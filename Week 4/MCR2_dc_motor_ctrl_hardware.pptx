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9" r:id="rId3"/>
    <p:sldId id="265" r:id="rId4"/>
    <p:sldId id="266" r:id="rId5"/>
    <p:sldId id="264" r:id="rId6"/>
    <p:sldId id="261" r:id="rId7"/>
    <p:sldId id="257" r:id="rId8"/>
    <p:sldId id="260" r:id="rId9"/>
    <p:sldId id="258" r:id="rId10"/>
    <p:sldId id="267" r:id="rId11"/>
    <p:sldId id="268" r:id="rId12"/>
    <p:sldId id="269" r:id="rId13"/>
    <p:sldId id="300" r:id="rId14"/>
    <p:sldId id="299" r:id="rId15"/>
    <p:sldId id="301" r:id="rId16"/>
    <p:sldId id="303" r:id="rId17"/>
    <p:sldId id="302" r:id="rId18"/>
    <p:sldId id="297" r:id="rId19"/>
    <p:sldId id="2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C0FF"/>
    <a:srgbClr val="00C4F2"/>
    <a:srgbClr val="01CC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F4260A-6852-41E2-BD58-2A09AD080A62}" v="15" dt="2023-03-06T12:43:36.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4" d="100"/>
          <a:sy n="84" d="100"/>
        </p:scale>
        <p:origin x="63"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Martinez" userId="3a8698ea-445f-4751-a923-c95ba728fd8c" providerId="ADAL" clId="{0BF4260A-6852-41E2-BD58-2A09AD080A62}"/>
    <pc:docChg chg="undo redo custSel addSld modSld sldOrd">
      <pc:chgData name="Mario Martinez" userId="3a8698ea-445f-4751-a923-c95ba728fd8c" providerId="ADAL" clId="{0BF4260A-6852-41E2-BD58-2A09AD080A62}" dt="2023-03-06T12:43:36.447" v="1584"/>
      <pc:docMkLst>
        <pc:docMk/>
      </pc:docMkLst>
      <pc:sldChg chg="addSp delSp modSp add mod">
        <pc:chgData name="Mario Martinez" userId="3a8698ea-445f-4751-a923-c95ba728fd8c" providerId="ADAL" clId="{0BF4260A-6852-41E2-BD58-2A09AD080A62}" dt="2023-02-27T04:51:36.016" v="91" actId="113"/>
        <pc:sldMkLst>
          <pc:docMk/>
          <pc:sldMk cId="1407474297" sldId="299"/>
        </pc:sldMkLst>
        <pc:spChg chg="mod">
          <ac:chgData name="Mario Martinez" userId="3a8698ea-445f-4751-a923-c95ba728fd8c" providerId="ADAL" clId="{0BF4260A-6852-41E2-BD58-2A09AD080A62}" dt="2023-02-27T04:51:36.016" v="91" actId="113"/>
          <ac:spMkLst>
            <pc:docMk/>
            <pc:sldMk cId="1407474297" sldId="299"/>
            <ac:spMk id="2" creationId="{9F21A0BC-AA5B-6FE5-8249-3B95C55F596E}"/>
          </ac:spMkLst>
        </pc:spChg>
        <pc:spChg chg="del mod">
          <ac:chgData name="Mario Martinez" userId="3a8698ea-445f-4751-a923-c95ba728fd8c" providerId="ADAL" clId="{0BF4260A-6852-41E2-BD58-2A09AD080A62}" dt="2023-02-27T04:48:36.476" v="66"/>
          <ac:spMkLst>
            <pc:docMk/>
            <pc:sldMk cId="1407474297" sldId="299"/>
            <ac:spMk id="3" creationId="{AE1539F9-D9F6-B5FF-9704-34C008CD701D}"/>
          </ac:spMkLst>
        </pc:spChg>
        <pc:spChg chg="mod">
          <ac:chgData name="Mario Martinez" userId="3a8698ea-445f-4751-a923-c95ba728fd8c" providerId="ADAL" clId="{0BF4260A-6852-41E2-BD58-2A09AD080A62}" dt="2023-02-27T04:43:45.346" v="10" actId="20577"/>
          <ac:spMkLst>
            <pc:docMk/>
            <pc:sldMk cId="1407474297" sldId="299"/>
            <ac:spMk id="4" creationId="{B36AC491-ED7A-A6D2-5344-2647943C26E4}"/>
          </ac:spMkLst>
        </pc:spChg>
        <pc:spChg chg="add del mod">
          <ac:chgData name="Mario Martinez" userId="3a8698ea-445f-4751-a923-c95ba728fd8c" providerId="ADAL" clId="{0BF4260A-6852-41E2-BD58-2A09AD080A62}" dt="2023-02-27T04:48:33.828" v="65"/>
          <ac:spMkLst>
            <pc:docMk/>
            <pc:sldMk cId="1407474297" sldId="299"/>
            <ac:spMk id="8" creationId="{24B756A2-23F3-7DA8-ADEC-EFA72DB2ED62}"/>
          </ac:spMkLst>
        </pc:spChg>
        <pc:spChg chg="add del mod">
          <ac:chgData name="Mario Martinez" userId="3a8698ea-445f-4751-a923-c95ba728fd8c" providerId="ADAL" clId="{0BF4260A-6852-41E2-BD58-2A09AD080A62}" dt="2023-02-27T04:48:33.828" v="65"/>
          <ac:spMkLst>
            <pc:docMk/>
            <pc:sldMk cId="1407474297" sldId="299"/>
            <ac:spMk id="9" creationId="{C3D77EE2-DAC9-325C-81CF-1375DDFAE297}"/>
          </ac:spMkLst>
        </pc:spChg>
        <pc:picChg chg="del">
          <ac:chgData name="Mario Martinez" userId="3a8698ea-445f-4751-a923-c95ba728fd8c" providerId="ADAL" clId="{0BF4260A-6852-41E2-BD58-2A09AD080A62}" dt="2023-02-27T04:48:21.872" v="62" actId="478"/>
          <ac:picMkLst>
            <pc:docMk/>
            <pc:sldMk cId="1407474297" sldId="299"/>
            <ac:picMk id="5" creationId="{FAA33B4B-29A5-09F2-AF3A-A7472F69F081}"/>
          </ac:picMkLst>
        </pc:picChg>
        <pc:picChg chg="add del mod">
          <ac:chgData name="Mario Martinez" userId="3a8698ea-445f-4751-a923-c95ba728fd8c" providerId="ADAL" clId="{0BF4260A-6852-41E2-BD58-2A09AD080A62}" dt="2023-02-27T04:48:33.828" v="65"/>
          <ac:picMkLst>
            <pc:docMk/>
            <pc:sldMk cId="1407474297" sldId="299"/>
            <ac:picMk id="6" creationId="{76A5AE90-582D-FE00-CC49-343DA9529B6E}"/>
          </ac:picMkLst>
        </pc:picChg>
        <pc:picChg chg="add del mod">
          <ac:chgData name="Mario Martinez" userId="3a8698ea-445f-4751-a923-c95ba728fd8c" providerId="ADAL" clId="{0BF4260A-6852-41E2-BD58-2A09AD080A62}" dt="2023-02-27T04:48:33.828" v="65"/>
          <ac:picMkLst>
            <pc:docMk/>
            <pc:sldMk cId="1407474297" sldId="299"/>
            <ac:picMk id="7" creationId="{6030F143-E15B-4195-9BBA-2562BEE8EAAC}"/>
          </ac:picMkLst>
        </pc:picChg>
        <pc:picChg chg="add del mod">
          <ac:chgData name="Mario Martinez" userId="3a8698ea-445f-4751-a923-c95ba728fd8c" providerId="ADAL" clId="{0BF4260A-6852-41E2-BD58-2A09AD080A62}" dt="2023-02-27T04:48:33.828" v="65"/>
          <ac:picMkLst>
            <pc:docMk/>
            <pc:sldMk cId="1407474297" sldId="299"/>
            <ac:picMk id="10" creationId="{C7F3CB77-4FA6-722F-03D4-BC1D14A40CDA}"/>
          </ac:picMkLst>
        </pc:picChg>
        <pc:picChg chg="add mod">
          <ac:chgData name="Mario Martinez" userId="3a8698ea-445f-4751-a923-c95ba728fd8c" providerId="ADAL" clId="{0BF4260A-6852-41E2-BD58-2A09AD080A62}" dt="2023-02-27T04:48:36.476" v="66"/>
          <ac:picMkLst>
            <pc:docMk/>
            <pc:sldMk cId="1407474297" sldId="299"/>
            <ac:picMk id="11" creationId="{873ED8DF-7D55-B460-92C0-85B309D8755C}"/>
          </ac:picMkLst>
        </pc:picChg>
      </pc:sldChg>
      <pc:sldChg chg="addSp delSp modSp add mod">
        <pc:chgData name="Mario Martinez" userId="3a8698ea-445f-4751-a923-c95ba728fd8c" providerId="ADAL" clId="{0BF4260A-6852-41E2-BD58-2A09AD080A62}" dt="2023-02-27T04:51:56.236" v="93" actId="14100"/>
        <pc:sldMkLst>
          <pc:docMk/>
          <pc:sldMk cId="1525734594" sldId="300"/>
        </pc:sldMkLst>
        <pc:spChg chg="mod">
          <ac:chgData name="Mario Martinez" userId="3a8698ea-445f-4751-a923-c95ba728fd8c" providerId="ADAL" clId="{0BF4260A-6852-41E2-BD58-2A09AD080A62}" dt="2023-02-27T04:51:56.236" v="93" actId="14100"/>
          <ac:spMkLst>
            <pc:docMk/>
            <pc:sldMk cId="1525734594" sldId="300"/>
            <ac:spMk id="2" creationId="{9F21A0BC-AA5B-6FE5-8249-3B95C55F596E}"/>
          </ac:spMkLst>
        </pc:spChg>
        <pc:spChg chg="del mod">
          <ac:chgData name="Mario Martinez" userId="3a8698ea-445f-4751-a923-c95ba728fd8c" providerId="ADAL" clId="{0BF4260A-6852-41E2-BD58-2A09AD080A62}" dt="2023-02-27T04:46:22.258" v="51"/>
          <ac:spMkLst>
            <pc:docMk/>
            <pc:sldMk cId="1525734594" sldId="300"/>
            <ac:spMk id="3" creationId="{AE1539F9-D9F6-B5FF-9704-34C008CD701D}"/>
          </ac:spMkLst>
        </pc:spChg>
        <pc:spChg chg="mod">
          <ac:chgData name="Mario Martinez" userId="3a8698ea-445f-4751-a923-c95ba728fd8c" providerId="ADAL" clId="{0BF4260A-6852-41E2-BD58-2A09AD080A62}" dt="2023-02-27T04:45:22.878" v="40" actId="20577"/>
          <ac:spMkLst>
            <pc:docMk/>
            <pc:sldMk cId="1525734594" sldId="300"/>
            <ac:spMk id="4" creationId="{B36AC491-ED7A-A6D2-5344-2647943C26E4}"/>
          </ac:spMkLst>
        </pc:spChg>
        <pc:picChg chg="del">
          <ac:chgData name="Mario Martinez" userId="3a8698ea-445f-4751-a923-c95ba728fd8c" providerId="ADAL" clId="{0BF4260A-6852-41E2-BD58-2A09AD080A62}" dt="2023-02-27T04:46:13.056" v="50" actId="478"/>
          <ac:picMkLst>
            <pc:docMk/>
            <pc:sldMk cId="1525734594" sldId="300"/>
            <ac:picMk id="5" creationId="{FAA33B4B-29A5-09F2-AF3A-A7472F69F081}"/>
          </ac:picMkLst>
        </pc:picChg>
        <pc:picChg chg="add mod">
          <ac:chgData name="Mario Martinez" userId="3a8698ea-445f-4751-a923-c95ba728fd8c" providerId="ADAL" clId="{0BF4260A-6852-41E2-BD58-2A09AD080A62}" dt="2023-02-27T04:46:22.258" v="51"/>
          <ac:picMkLst>
            <pc:docMk/>
            <pc:sldMk cId="1525734594" sldId="300"/>
            <ac:picMk id="6" creationId="{5867A0BC-FE47-857E-59E3-6835D8BC1B7E}"/>
          </ac:picMkLst>
        </pc:picChg>
      </pc:sldChg>
      <pc:sldChg chg="addSp delSp modSp add mod">
        <pc:chgData name="Mario Martinez" userId="3a8698ea-445f-4751-a923-c95ba728fd8c" providerId="ADAL" clId="{0BF4260A-6852-41E2-BD58-2A09AD080A62}" dt="2023-03-06T11:58:12.117" v="695" actId="20577"/>
        <pc:sldMkLst>
          <pc:docMk/>
          <pc:sldMk cId="1124642982" sldId="301"/>
        </pc:sldMkLst>
        <pc:spChg chg="mod">
          <ac:chgData name="Mario Martinez" userId="3a8698ea-445f-4751-a923-c95ba728fd8c" providerId="ADAL" clId="{0BF4260A-6852-41E2-BD58-2A09AD080A62}" dt="2023-03-06T11:58:12.117" v="695" actId="20577"/>
          <ac:spMkLst>
            <pc:docMk/>
            <pc:sldMk cId="1124642982" sldId="301"/>
            <ac:spMk id="2" creationId="{9F21A0BC-AA5B-6FE5-8249-3B95C55F596E}"/>
          </ac:spMkLst>
        </pc:spChg>
        <pc:spChg chg="add del mod">
          <ac:chgData name="Mario Martinez" userId="3a8698ea-445f-4751-a923-c95ba728fd8c" providerId="ADAL" clId="{0BF4260A-6852-41E2-BD58-2A09AD080A62}" dt="2023-02-27T04:50:32.448" v="87"/>
          <ac:spMkLst>
            <pc:docMk/>
            <pc:sldMk cId="1124642982" sldId="301"/>
            <ac:spMk id="5" creationId="{A36D21F9-7B00-25D0-509A-E226EB7967D4}"/>
          </ac:spMkLst>
        </pc:spChg>
        <pc:spChg chg="add del mod">
          <ac:chgData name="Mario Martinez" userId="3a8698ea-445f-4751-a923-c95ba728fd8c" providerId="ADAL" clId="{0BF4260A-6852-41E2-BD58-2A09AD080A62}" dt="2023-02-27T04:50:50.358" v="89"/>
          <ac:spMkLst>
            <pc:docMk/>
            <pc:sldMk cId="1124642982" sldId="301"/>
            <ac:spMk id="8" creationId="{8C838B19-52F7-526F-3113-AD0E13D5C6B5}"/>
          </ac:spMkLst>
        </pc:spChg>
        <pc:picChg chg="add del mod">
          <ac:chgData name="Mario Martinez" userId="3a8698ea-445f-4751-a923-c95ba728fd8c" providerId="ADAL" clId="{0BF4260A-6852-41E2-BD58-2A09AD080A62}" dt="2023-02-27T04:50:41.137" v="88" actId="478"/>
          <ac:picMkLst>
            <pc:docMk/>
            <pc:sldMk cId="1124642982" sldId="301"/>
            <ac:picMk id="6" creationId="{655B7405-64A5-425D-A952-8DF47CB864A8}"/>
          </ac:picMkLst>
        </pc:picChg>
        <pc:picChg chg="add mod">
          <ac:chgData name="Mario Martinez" userId="3a8698ea-445f-4751-a923-c95ba728fd8c" providerId="ADAL" clId="{0BF4260A-6852-41E2-BD58-2A09AD080A62}" dt="2023-02-27T04:50:50.358" v="89"/>
          <ac:picMkLst>
            <pc:docMk/>
            <pc:sldMk cId="1124642982" sldId="301"/>
            <ac:picMk id="9" creationId="{E275ED1E-2415-48A6-01D3-A2C5164D3EB0}"/>
          </ac:picMkLst>
        </pc:picChg>
        <pc:picChg chg="del">
          <ac:chgData name="Mario Martinez" userId="3a8698ea-445f-4751-a923-c95ba728fd8c" providerId="ADAL" clId="{0BF4260A-6852-41E2-BD58-2A09AD080A62}" dt="2023-02-27T04:50:29.595" v="86" actId="478"/>
          <ac:picMkLst>
            <pc:docMk/>
            <pc:sldMk cId="1124642982" sldId="301"/>
            <ac:picMk id="11" creationId="{873ED8DF-7D55-B460-92C0-85B309D8755C}"/>
          </ac:picMkLst>
        </pc:picChg>
      </pc:sldChg>
      <pc:sldChg chg="addSp delSp modSp add mod">
        <pc:chgData name="Mario Martinez" userId="3a8698ea-445f-4751-a923-c95ba728fd8c" providerId="ADAL" clId="{0BF4260A-6852-41E2-BD58-2A09AD080A62}" dt="2023-03-06T12:43:36.447" v="1584"/>
        <pc:sldMkLst>
          <pc:docMk/>
          <pc:sldMk cId="193729824" sldId="302"/>
        </pc:sldMkLst>
        <pc:spChg chg="mod">
          <ac:chgData name="Mario Martinez" userId="3a8698ea-445f-4751-a923-c95ba728fd8c" providerId="ADAL" clId="{0BF4260A-6852-41E2-BD58-2A09AD080A62}" dt="2023-03-06T12:41:49.143" v="1582" actId="20577"/>
          <ac:spMkLst>
            <pc:docMk/>
            <pc:sldMk cId="193729824" sldId="302"/>
            <ac:spMk id="2" creationId="{9F21A0BC-AA5B-6FE5-8249-3B95C55F596E}"/>
          </ac:spMkLst>
        </pc:spChg>
        <pc:spChg chg="add del mod">
          <ac:chgData name="Mario Martinez" userId="3a8698ea-445f-4751-a923-c95ba728fd8c" providerId="ADAL" clId="{0BF4260A-6852-41E2-BD58-2A09AD080A62}" dt="2023-03-06T12:29:58.393" v="904"/>
          <ac:spMkLst>
            <pc:docMk/>
            <pc:sldMk cId="193729824" sldId="302"/>
            <ac:spMk id="5" creationId="{171A954C-DA6A-F711-80F5-34DE759AAC37}"/>
          </ac:spMkLst>
        </pc:spChg>
        <pc:spChg chg="add del mod">
          <ac:chgData name="Mario Martinez" userId="3a8698ea-445f-4751-a923-c95ba728fd8c" providerId="ADAL" clId="{0BF4260A-6852-41E2-BD58-2A09AD080A62}" dt="2023-03-06T12:43:36.447" v="1584"/>
          <ac:spMkLst>
            <pc:docMk/>
            <pc:sldMk cId="193729824" sldId="302"/>
            <ac:spMk id="5" creationId="{1E53A5E8-4000-433A-9B6F-F3E076FB6253}"/>
          </ac:spMkLst>
        </pc:spChg>
        <pc:picChg chg="add del mod">
          <ac:chgData name="Mario Martinez" userId="3a8698ea-445f-4751-a923-c95ba728fd8c" providerId="ADAL" clId="{0BF4260A-6852-41E2-BD58-2A09AD080A62}" dt="2023-03-06T12:43:33.145" v="1583" actId="478"/>
          <ac:picMkLst>
            <pc:docMk/>
            <pc:sldMk cId="193729824" sldId="302"/>
            <ac:picMk id="6" creationId="{55C4D4AE-A756-682E-AC3B-DEEDB7465AED}"/>
          </ac:picMkLst>
        </pc:picChg>
        <pc:picChg chg="add mod">
          <ac:chgData name="Mario Martinez" userId="3a8698ea-445f-4751-a923-c95ba728fd8c" providerId="ADAL" clId="{0BF4260A-6852-41E2-BD58-2A09AD080A62}" dt="2023-03-06T12:43:36.447" v="1584"/>
          <ac:picMkLst>
            <pc:docMk/>
            <pc:sldMk cId="193729824" sldId="302"/>
            <ac:picMk id="7" creationId="{E872AA00-0F4F-7526-B686-79416A787709}"/>
          </ac:picMkLst>
        </pc:picChg>
        <pc:picChg chg="del">
          <ac:chgData name="Mario Martinez" userId="3a8698ea-445f-4751-a923-c95ba728fd8c" providerId="ADAL" clId="{0BF4260A-6852-41E2-BD58-2A09AD080A62}" dt="2023-03-06T12:29:55.274" v="903" actId="478"/>
          <ac:picMkLst>
            <pc:docMk/>
            <pc:sldMk cId="193729824" sldId="302"/>
            <ac:picMk id="9" creationId="{E275ED1E-2415-48A6-01D3-A2C5164D3EB0}"/>
          </ac:picMkLst>
        </pc:picChg>
      </pc:sldChg>
      <pc:sldChg chg="modSp add mod ord">
        <pc:chgData name="Mario Martinez" userId="3a8698ea-445f-4751-a923-c95ba728fd8c" providerId="ADAL" clId="{0BF4260A-6852-41E2-BD58-2A09AD080A62}" dt="2023-03-06T12:40:35.188" v="1371"/>
        <pc:sldMkLst>
          <pc:docMk/>
          <pc:sldMk cId="3585344270" sldId="303"/>
        </pc:sldMkLst>
        <pc:spChg chg="mod">
          <ac:chgData name="Mario Martinez" userId="3a8698ea-445f-4751-a923-c95ba728fd8c" providerId="ADAL" clId="{0BF4260A-6852-41E2-BD58-2A09AD080A62}" dt="2023-03-06T12:40:23.852" v="1369" actId="20577"/>
          <ac:spMkLst>
            <pc:docMk/>
            <pc:sldMk cId="3585344270" sldId="303"/>
            <ac:spMk id="2" creationId="{9F21A0BC-AA5B-6FE5-8249-3B95C55F596E}"/>
          </ac:spMkLst>
        </pc:spChg>
      </pc:sldChg>
    </pc:docChg>
  </pc:docChgLst>
  <pc:docChgLst>
    <pc:chgData name="Mario Martinez" userId="3a8698ea-445f-4751-a923-c95ba728fd8c" providerId="ADAL" clId="{99DFCF96-D897-45F6-99B9-7A50BC31839B}"/>
    <pc:docChg chg="undo redo custSel addSld delSld modSld sldOrd">
      <pc:chgData name="Mario Martinez" userId="3a8698ea-445f-4751-a923-c95ba728fd8c" providerId="ADAL" clId="{99DFCF96-D897-45F6-99B9-7A50BC31839B}" dt="2023-02-19T05:15:13.244" v="3880" actId="47"/>
      <pc:docMkLst>
        <pc:docMk/>
      </pc:docMkLst>
      <pc:sldChg chg="modSp new mod">
        <pc:chgData name="Mario Martinez" userId="3a8698ea-445f-4751-a923-c95ba728fd8c" providerId="ADAL" clId="{99DFCF96-D897-45F6-99B9-7A50BC31839B}" dt="2023-02-13T06:20:36.160" v="3162" actId="20577"/>
        <pc:sldMkLst>
          <pc:docMk/>
          <pc:sldMk cId="2743334434" sldId="256"/>
        </pc:sldMkLst>
        <pc:spChg chg="mod">
          <ac:chgData name="Mario Martinez" userId="3a8698ea-445f-4751-a923-c95ba728fd8c" providerId="ADAL" clId="{99DFCF96-D897-45F6-99B9-7A50BC31839B}" dt="2023-02-13T06:20:36.160" v="3162" actId="20577"/>
          <ac:spMkLst>
            <pc:docMk/>
            <pc:sldMk cId="2743334434" sldId="256"/>
            <ac:spMk id="2" creationId="{432C30D2-B3C2-3C53-9954-F873B43755C1}"/>
          </ac:spMkLst>
        </pc:spChg>
        <pc:spChg chg="mod">
          <ac:chgData name="Mario Martinez" userId="3a8698ea-445f-4751-a923-c95ba728fd8c" providerId="ADAL" clId="{99DFCF96-D897-45F6-99B9-7A50BC31839B}" dt="2023-02-13T00:29:31.188" v="60" actId="20577"/>
          <ac:spMkLst>
            <pc:docMk/>
            <pc:sldMk cId="2743334434" sldId="256"/>
            <ac:spMk id="3" creationId="{BC468B53-C395-9651-A03A-2240F23DA56F}"/>
          </ac:spMkLst>
        </pc:spChg>
      </pc:sldChg>
      <pc:sldChg chg="addSp delSp modSp new mod ord">
        <pc:chgData name="Mario Martinez" userId="3a8698ea-445f-4751-a923-c95ba728fd8c" providerId="ADAL" clId="{99DFCF96-D897-45F6-99B9-7A50BC31839B}" dt="2023-02-13T06:20:04.211" v="3152" actId="20577"/>
        <pc:sldMkLst>
          <pc:docMk/>
          <pc:sldMk cId="3697413527" sldId="257"/>
        </pc:sldMkLst>
        <pc:spChg chg="mod">
          <ac:chgData name="Mario Martinez" userId="3a8698ea-445f-4751-a923-c95ba728fd8c" providerId="ADAL" clId="{99DFCF96-D897-45F6-99B9-7A50BC31839B}" dt="2023-02-13T06:20:04.211" v="3152" actId="20577"/>
          <ac:spMkLst>
            <pc:docMk/>
            <pc:sldMk cId="3697413527" sldId="257"/>
            <ac:spMk id="2" creationId="{4470DCA7-363D-34D4-54D6-AB8D26C5E129}"/>
          </ac:spMkLst>
        </pc:spChg>
        <pc:spChg chg="del">
          <ac:chgData name="Mario Martinez" userId="3a8698ea-445f-4751-a923-c95ba728fd8c" providerId="ADAL" clId="{99DFCF96-D897-45F6-99B9-7A50BC31839B}" dt="2023-02-13T01:44:55.476" v="114"/>
          <ac:spMkLst>
            <pc:docMk/>
            <pc:sldMk cId="3697413527" sldId="257"/>
            <ac:spMk id="3" creationId="{0699EA83-D699-2CC8-FF26-621E02D813DA}"/>
          </ac:spMkLst>
        </pc:spChg>
        <pc:spChg chg="mod">
          <ac:chgData name="Mario Martinez" userId="3a8698ea-445f-4751-a923-c95ba728fd8c" providerId="ADAL" clId="{99DFCF96-D897-45F6-99B9-7A50BC31839B}" dt="2023-02-13T01:42:26.581" v="62"/>
          <ac:spMkLst>
            <pc:docMk/>
            <pc:sldMk cId="3697413527" sldId="257"/>
            <ac:spMk id="4" creationId="{7881A0B1-070E-6E4F-6AAF-52C19EB78610}"/>
          </ac:spMkLst>
        </pc:spChg>
        <pc:spChg chg="add mod">
          <ac:chgData name="Mario Martinez" userId="3a8698ea-445f-4751-a923-c95ba728fd8c" providerId="ADAL" clId="{99DFCF96-D897-45F6-99B9-7A50BC31839B}" dt="2023-02-13T01:57:57.506" v="292" actId="1036"/>
          <ac:spMkLst>
            <pc:docMk/>
            <pc:sldMk cId="3697413527" sldId="257"/>
            <ac:spMk id="6" creationId="{8F9FA41F-959F-876D-0E5C-4A337BD46158}"/>
          </ac:spMkLst>
        </pc:spChg>
        <pc:spChg chg="add mod">
          <ac:chgData name="Mario Martinez" userId="3a8698ea-445f-4751-a923-c95ba728fd8c" providerId="ADAL" clId="{99DFCF96-D897-45F6-99B9-7A50BC31839B}" dt="2023-02-13T01:54:49.919" v="204" actId="164"/>
          <ac:spMkLst>
            <pc:docMk/>
            <pc:sldMk cId="3697413527" sldId="257"/>
            <ac:spMk id="8" creationId="{4F40BF87-439D-9BB1-EBF2-5B1418A2E5C0}"/>
          </ac:spMkLst>
        </pc:spChg>
        <pc:spChg chg="add mod">
          <ac:chgData name="Mario Martinez" userId="3a8698ea-445f-4751-a923-c95ba728fd8c" providerId="ADAL" clId="{99DFCF96-D897-45F6-99B9-7A50BC31839B}" dt="2023-02-13T01:54:49.919" v="204" actId="164"/>
          <ac:spMkLst>
            <pc:docMk/>
            <pc:sldMk cId="3697413527" sldId="257"/>
            <ac:spMk id="11" creationId="{6492FC80-84A5-D9E0-206E-993BC8FFA449}"/>
          </ac:spMkLst>
        </pc:spChg>
        <pc:spChg chg="add mod topLvl">
          <ac:chgData name="Mario Martinez" userId="3a8698ea-445f-4751-a923-c95ba728fd8c" providerId="ADAL" clId="{99DFCF96-D897-45F6-99B9-7A50BC31839B}" dt="2023-02-13T01:54:49.919" v="204" actId="164"/>
          <ac:spMkLst>
            <pc:docMk/>
            <pc:sldMk cId="3697413527" sldId="257"/>
            <ac:spMk id="12" creationId="{B89AAA90-4EBB-901C-3CDC-83BD7D97A51E}"/>
          </ac:spMkLst>
        </pc:spChg>
        <pc:spChg chg="add mod topLvl">
          <ac:chgData name="Mario Martinez" userId="3a8698ea-445f-4751-a923-c95ba728fd8c" providerId="ADAL" clId="{99DFCF96-D897-45F6-99B9-7A50BC31839B}" dt="2023-02-13T01:54:49.919" v="204" actId="164"/>
          <ac:spMkLst>
            <pc:docMk/>
            <pc:sldMk cId="3697413527" sldId="257"/>
            <ac:spMk id="14" creationId="{D41581B0-8EA8-5715-A4D8-0340E2E588FF}"/>
          </ac:spMkLst>
        </pc:spChg>
        <pc:spChg chg="add mod">
          <ac:chgData name="Mario Martinez" userId="3a8698ea-445f-4751-a923-c95ba728fd8c" providerId="ADAL" clId="{99DFCF96-D897-45F6-99B9-7A50BC31839B}" dt="2023-02-13T01:58:04.057" v="303" actId="1035"/>
          <ac:spMkLst>
            <pc:docMk/>
            <pc:sldMk cId="3697413527" sldId="257"/>
            <ac:spMk id="18" creationId="{7A7E0D92-05FA-4720-963F-5CD471525A87}"/>
          </ac:spMkLst>
        </pc:spChg>
        <pc:grpChg chg="add del mod">
          <ac:chgData name="Mario Martinez" userId="3a8698ea-445f-4751-a923-c95ba728fd8c" providerId="ADAL" clId="{99DFCF96-D897-45F6-99B9-7A50BC31839B}" dt="2023-02-13T01:52:56.644" v="192" actId="165"/>
          <ac:grpSpMkLst>
            <pc:docMk/>
            <pc:sldMk cId="3697413527" sldId="257"/>
            <ac:grpSpMk id="15" creationId="{5FB242E0-B7FB-EE77-310C-550D70EA6AA5}"/>
          </ac:grpSpMkLst>
        </pc:grpChg>
        <pc:grpChg chg="add mod">
          <ac:chgData name="Mario Martinez" userId="3a8698ea-445f-4751-a923-c95ba728fd8c" providerId="ADAL" clId="{99DFCF96-D897-45F6-99B9-7A50BC31839B}" dt="2023-02-13T01:56:46.431" v="271" actId="12788"/>
          <ac:grpSpMkLst>
            <pc:docMk/>
            <pc:sldMk cId="3697413527" sldId="257"/>
            <ac:grpSpMk id="16" creationId="{9395278A-878F-97B1-E614-9A8420FE1675}"/>
          </ac:grpSpMkLst>
        </pc:grpChg>
        <pc:picChg chg="add mod">
          <ac:chgData name="Mario Martinez" userId="3a8698ea-445f-4751-a923-c95ba728fd8c" providerId="ADAL" clId="{99DFCF96-D897-45F6-99B9-7A50BC31839B}" dt="2023-02-13T01:56:46.431" v="271" actId="12788"/>
          <ac:picMkLst>
            <pc:docMk/>
            <pc:sldMk cId="3697413527" sldId="257"/>
            <ac:picMk id="5" creationId="{7E4EDA75-FDAF-3D6C-F921-0610ED8A59B3}"/>
          </ac:picMkLst>
        </pc:picChg>
        <pc:picChg chg="add del mod">
          <ac:chgData name="Mario Martinez" userId="3a8698ea-445f-4751-a923-c95ba728fd8c" providerId="ADAL" clId="{99DFCF96-D897-45F6-99B9-7A50BC31839B}" dt="2023-02-13T01:51:15.470" v="150" actId="478"/>
          <ac:picMkLst>
            <pc:docMk/>
            <pc:sldMk cId="3697413527" sldId="257"/>
            <ac:picMk id="7" creationId="{221A90ED-9E3E-E964-8A85-0B7DE6438E13}"/>
          </ac:picMkLst>
        </pc:picChg>
        <pc:cxnChg chg="add mod">
          <ac:chgData name="Mario Martinez" userId="3a8698ea-445f-4751-a923-c95ba728fd8c" providerId="ADAL" clId="{99DFCF96-D897-45F6-99B9-7A50BC31839B}" dt="2023-02-13T01:54:49.919" v="204" actId="164"/>
          <ac:cxnSpMkLst>
            <pc:docMk/>
            <pc:sldMk cId="3697413527" sldId="257"/>
            <ac:cxnSpMk id="9" creationId="{0C6F5E6A-D344-3642-B5F8-8CA67E475C26}"/>
          </ac:cxnSpMkLst>
        </pc:cxnChg>
        <pc:cxnChg chg="add mod topLvl">
          <ac:chgData name="Mario Martinez" userId="3a8698ea-445f-4751-a923-c95ba728fd8c" providerId="ADAL" clId="{99DFCF96-D897-45F6-99B9-7A50BC31839B}" dt="2023-02-13T01:54:49.919" v="204" actId="164"/>
          <ac:cxnSpMkLst>
            <pc:docMk/>
            <pc:sldMk cId="3697413527" sldId="257"/>
            <ac:cxnSpMk id="10" creationId="{A7738CDE-B549-18FA-B959-DDBAFD86BC42}"/>
          </ac:cxnSpMkLst>
        </pc:cxnChg>
        <pc:cxnChg chg="add mod topLvl">
          <ac:chgData name="Mario Martinez" userId="3a8698ea-445f-4751-a923-c95ba728fd8c" providerId="ADAL" clId="{99DFCF96-D897-45F6-99B9-7A50BC31839B}" dt="2023-02-13T01:54:49.919" v="204" actId="164"/>
          <ac:cxnSpMkLst>
            <pc:docMk/>
            <pc:sldMk cId="3697413527" sldId="257"/>
            <ac:cxnSpMk id="13" creationId="{A70914F9-9930-2DEA-0186-6D6E6E2B660A}"/>
          </ac:cxnSpMkLst>
        </pc:cxnChg>
      </pc:sldChg>
      <pc:sldChg chg="addSp delSp modSp new mod">
        <pc:chgData name="Mario Martinez" userId="3a8698ea-445f-4751-a923-c95ba728fd8c" providerId="ADAL" clId="{99DFCF96-D897-45F6-99B9-7A50BC31839B}" dt="2023-02-15T03:27:44.091" v="3762" actId="1076"/>
        <pc:sldMkLst>
          <pc:docMk/>
          <pc:sldMk cId="403472248" sldId="258"/>
        </pc:sldMkLst>
        <pc:spChg chg="mod">
          <ac:chgData name="Mario Martinez" userId="3a8698ea-445f-4751-a923-c95ba728fd8c" providerId="ADAL" clId="{99DFCF96-D897-45F6-99B9-7A50BC31839B}" dt="2023-02-15T03:14:50.539" v="3689" actId="20577"/>
          <ac:spMkLst>
            <pc:docMk/>
            <pc:sldMk cId="403472248" sldId="258"/>
            <ac:spMk id="2" creationId="{6E866BBF-F4DE-ED14-D19E-3BA95440A37A}"/>
          </ac:spMkLst>
        </pc:spChg>
        <pc:spChg chg="add del">
          <ac:chgData name="Mario Martinez" userId="3a8698ea-445f-4751-a923-c95ba728fd8c" providerId="ADAL" clId="{99DFCF96-D897-45F6-99B9-7A50BC31839B}" dt="2023-02-15T03:18:05.776" v="3709"/>
          <ac:spMkLst>
            <pc:docMk/>
            <pc:sldMk cId="403472248" sldId="258"/>
            <ac:spMk id="3" creationId="{A482D4D6-2319-5D57-C15B-879929E6A965}"/>
          </ac:spMkLst>
        </pc:spChg>
        <pc:spChg chg="mod">
          <ac:chgData name="Mario Martinez" userId="3a8698ea-445f-4751-a923-c95ba728fd8c" providerId="ADAL" clId="{99DFCF96-D897-45F6-99B9-7A50BC31839B}" dt="2023-02-15T03:14:57.908" v="3701" actId="20577"/>
          <ac:spMkLst>
            <pc:docMk/>
            <pc:sldMk cId="403472248" sldId="258"/>
            <ac:spMk id="4" creationId="{FF3771E8-850B-1BCE-800F-1092A96F22F8}"/>
          </ac:spMkLst>
        </pc:spChg>
        <pc:spChg chg="add del mod">
          <ac:chgData name="Mario Martinez" userId="3a8698ea-445f-4751-a923-c95ba728fd8c" providerId="ADAL" clId="{99DFCF96-D897-45F6-99B9-7A50BC31839B}" dt="2023-02-15T03:19:14.277" v="3713" actId="478"/>
          <ac:spMkLst>
            <pc:docMk/>
            <pc:sldMk cId="403472248" sldId="258"/>
            <ac:spMk id="10" creationId="{37C01560-8AF5-16CE-AF15-4193B2321D1A}"/>
          </ac:spMkLst>
        </pc:spChg>
        <pc:spChg chg="add mod">
          <ac:chgData name="Mario Martinez" userId="3a8698ea-445f-4751-a923-c95ba728fd8c" providerId="ADAL" clId="{99DFCF96-D897-45F6-99B9-7A50BC31839B}" dt="2023-02-15T03:27:44.091" v="3762" actId="1076"/>
          <ac:spMkLst>
            <pc:docMk/>
            <pc:sldMk cId="403472248" sldId="258"/>
            <ac:spMk id="17" creationId="{47F0922F-CB62-90CE-5D65-F0EA67154D4E}"/>
          </ac:spMkLst>
        </pc:spChg>
        <pc:grpChg chg="add del mod">
          <ac:chgData name="Mario Martinez" userId="3a8698ea-445f-4751-a923-c95ba728fd8c" providerId="ADAL" clId="{99DFCF96-D897-45F6-99B9-7A50BC31839B}" dt="2023-02-15T03:22:20.294" v="3725"/>
          <ac:grpSpMkLst>
            <pc:docMk/>
            <pc:sldMk cId="403472248" sldId="258"/>
            <ac:grpSpMk id="13" creationId="{AE642006-69EF-ED44-B110-8CFDF65489FE}"/>
          </ac:grpSpMkLst>
        </pc:grpChg>
        <pc:graphicFrameChg chg="add mod modGraphic">
          <ac:chgData name="Mario Martinez" userId="3a8698ea-445f-4751-a923-c95ba728fd8c" providerId="ADAL" clId="{99DFCF96-D897-45F6-99B9-7A50BC31839B}" dt="2023-02-15T03:15:24.540" v="3706" actId="1076"/>
          <ac:graphicFrameMkLst>
            <pc:docMk/>
            <pc:sldMk cId="403472248" sldId="258"/>
            <ac:graphicFrameMk id="5" creationId="{AA07DEC8-AFAD-77D8-B1A2-FBFE0B0EFCC8}"/>
          </ac:graphicFrameMkLst>
        </pc:graphicFrameChg>
        <pc:picChg chg="add del mod ord">
          <ac:chgData name="Mario Martinez" userId="3a8698ea-445f-4751-a923-c95ba728fd8c" providerId="ADAL" clId="{99DFCF96-D897-45F6-99B9-7A50BC31839B}" dt="2023-02-15T03:17:29.030" v="3708" actId="22"/>
          <ac:picMkLst>
            <pc:docMk/>
            <pc:sldMk cId="403472248" sldId="258"/>
            <ac:picMk id="7" creationId="{F7C887EA-57CE-CB0F-AA18-3780A83F2178}"/>
          </ac:picMkLst>
        </pc:picChg>
        <pc:picChg chg="add del mod">
          <ac:chgData name="Mario Martinez" userId="3a8698ea-445f-4751-a923-c95ba728fd8c" providerId="ADAL" clId="{99DFCF96-D897-45F6-99B9-7A50BC31839B}" dt="2023-02-15T03:18:54.419" v="3712" actId="478"/>
          <ac:picMkLst>
            <pc:docMk/>
            <pc:sldMk cId="403472248" sldId="258"/>
            <ac:picMk id="8" creationId="{201BC60B-F85C-6678-754F-EC8DAA484FE3}"/>
          </ac:picMkLst>
        </pc:picChg>
        <pc:picChg chg="add del mod">
          <ac:chgData name="Mario Martinez" userId="3a8698ea-445f-4751-a923-c95ba728fd8c" providerId="ADAL" clId="{99DFCF96-D897-45F6-99B9-7A50BC31839B}" dt="2023-02-15T03:20:09.469" v="3722" actId="478"/>
          <ac:picMkLst>
            <pc:docMk/>
            <pc:sldMk cId="403472248" sldId="258"/>
            <ac:picMk id="11" creationId="{1C01EF92-1CEC-BA6E-18A7-16A3725E7F37}"/>
          </ac:picMkLst>
        </pc:picChg>
        <pc:picChg chg="add del mod">
          <ac:chgData name="Mario Martinez" userId="3a8698ea-445f-4751-a923-c95ba728fd8c" providerId="ADAL" clId="{99DFCF96-D897-45F6-99B9-7A50BC31839B}" dt="2023-02-15T03:20:11.019" v="3723" actId="478"/>
          <ac:picMkLst>
            <pc:docMk/>
            <pc:sldMk cId="403472248" sldId="258"/>
            <ac:picMk id="12" creationId="{F2D4B61C-0761-D70D-B52A-7BCE4C21E6F5}"/>
          </ac:picMkLst>
        </pc:picChg>
        <pc:picChg chg="mod">
          <ac:chgData name="Mario Martinez" userId="3a8698ea-445f-4751-a923-c95ba728fd8c" providerId="ADAL" clId="{99DFCF96-D897-45F6-99B9-7A50BC31839B}" dt="2023-02-15T03:22:18.003" v="3724"/>
          <ac:picMkLst>
            <pc:docMk/>
            <pc:sldMk cId="403472248" sldId="258"/>
            <ac:picMk id="14" creationId="{6DDEA4DF-4592-5D8D-147D-BCF96A485666}"/>
          </ac:picMkLst>
        </pc:picChg>
        <pc:picChg chg="mod">
          <ac:chgData name="Mario Martinez" userId="3a8698ea-445f-4751-a923-c95ba728fd8c" providerId="ADAL" clId="{99DFCF96-D897-45F6-99B9-7A50BC31839B}" dt="2023-02-15T03:22:18.003" v="3724"/>
          <ac:picMkLst>
            <pc:docMk/>
            <pc:sldMk cId="403472248" sldId="258"/>
            <ac:picMk id="15" creationId="{D5D659B0-B833-31DD-8428-04A972DCD7F4}"/>
          </ac:picMkLst>
        </pc:picChg>
        <pc:picChg chg="add mod">
          <ac:chgData name="Mario Martinez" userId="3a8698ea-445f-4751-a923-c95ba728fd8c" providerId="ADAL" clId="{99DFCF96-D897-45F6-99B9-7A50BC31839B}" dt="2023-02-15T03:27:40.421" v="3761" actId="1076"/>
          <ac:picMkLst>
            <pc:docMk/>
            <pc:sldMk cId="403472248" sldId="258"/>
            <ac:picMk id="16" creationId="{A00A8AEE-AFB1-0F7F-5422-1F0FDBDB9002}"/>
          </ac:picMkLst>
        </pc:picChg>
      </pc:sldChg>
      <pc:sldChg chg="addSp delSp modSp new mod">
        <pc:chgData name="Mario Martinez" userId="3a8698ea-445f-4751-a923-c95ba728fd8c" providerId="ADAL" clId="{99DFCF96-D897-45F6-99B9-7A50BC31839B}" dt="2023-02-14T19:18:21.848" v="3451" actId="20577"/>
        <pc:sldMkLst>
          <pc:docMk/>
          <pc:sldMk cId="892579832" sldId="259"/>
        </pc:sldMkLst>
        <pc:spChg chg="mod">
          <ac:chgData name="Mario Martinez" userId="3a8698ea-445f-4751-a923-c95ba728fd8c" providerId="ADAL" clId="{99DFCF96-D897-45F6-99B9-7A50BC31839B}" dt="2023-02-13T05:04:21.122" v="1801" actId="20577"/>
          <ac:spMkLst>
            <pc:docMk/>
            <pc:sldMk cId="892579832" sldId="259"/>
            <ac:spMk id="2" creationId="{8CF92346-DBE4-9AE1-5886-9D1B27F2E691}"/>
          </ac:spMkLst>
        </pc:spChg>
        <pc:spChg chg="del">
          <ac:chgData name="Mario Martinez" userId="3a8698ea-445f-4751-a923-c95ba728fd8c" providerId="ADAL" clId="{99DFCF96-D897-45F6-99B9-7A50BC31839B}" dt="2023-02-13T02:08:47.218" v="392"/>
          <ac:spMkLst>
            <pc:docMk/>
            <pc:sldMk cId="892579832" sldId="259"/>
            <ac:spMk id="3" creationId="{A681360B-49C5-3393-D029-A839DAB77BB3}"/>
          </ac:spMkLst>
        </pc:spChg>
        <pc:spChg chg="mod">
          <ac:chgData name="Mario Martinez" userId="3a8698ea-445f-4751-a923-c95ba728fd8c" providerId="ADAL" clId="{99DFCF96-D897-45F6-99B9-7A50BC31839B}" dt="2023-02-14T19:18:21.848" v="3451" actId="20577"/>
          <ac:spMkLst>
            <pc:docMk/>
            <pc:sldMk cId="892579832" sldId="259"/>
            <ac:spMk id="4" creationId="{2435B524-2330-46D5-98A2-5CD1FE2B3BD8}"/>
          </ac:spMkLst>
        </pc:spChg>
        <pc:spChg chg="add del mod">
          <ac:chgData name="Mario Martinez" userId="3a8698ea-445f-4751-a923-c95ba728fd8c" providerId="ADAL" clId="{99DFCF96-D897-45F6-99B9-7A50BC31839B}" dt="2023-02-13T02:10:40.793" v="404"/>
          <ac:spMkLst>
            <pc:docMk/>
            <pc:sldMk cId="892579832" sldId="259"/>
            <ac:spMk id="7" creationId="{FC9162C7-0DB0-46CE-68A0-22B450A6A1C7}"/>
          </ac:spMkLst>
        </pc:spChg>
        <pc:picChg chg="add del mod">
          <ac:chgData name="Mario Martinez" userId="3a8698ea-445f-4751-a923-c95ba728fd8c" providerId="ADAL" clId="{99DFCF96-D897-45F6-99B9-7A50BC31839B}" dt="2023-02-13T02:09:21.946" v="403" actId="478"/>
          <ac:picMkLst>
            <pc:docMk/>
            <pc:sldMk cId="892579832" sldId="259"/>
            <ac:picMk id="5" creationId="{D26A0784-ED11-8A67-9E37-91BA5C2C6E5A}"/>
          </ac:picMkLst>
        </pc:picChg>
        <pc:picChg chg="add mod">
          <ac:chgData name="Mario Martinez" userId="3a8698ea-445f-4751-a923-c95ba728fd8c" providerId="ADAL" clId="{99DFCF96-D897-45F6-99B9-7A50BC31839B}" dt="2023-02-13T02:12:34.405" v="411" actId="1076"/>
          <ac:picMkLst>
            <pc:docMk/>
            <pc:sldMk cId="892579832" sldId="259"/>
            <ac:picMk id="8" creationId="{1F97ABF7-47D9-5FF7-9BF5-5406F9A419AE}"/>
          </ac:picMkLst>
        </pc:picChg>
      </pc:sldChg>
      <pc:sldChg chg="addSp delSp modSp new mod ord">
        <pc:chgData name="Mario Martinez" userId="3a8698ea-445f-4751-a923-c95ba728fd8c" providerId="ADAL" clId="{99DFCF96-D897-45F6-99B9-7A50BC31839B}" dt="2023-02-15T03:00:06.651" v="3653" actId="255"/>
        <pc:sldMkLst>
          <pc:docMk/>
          <pc:sldMk cId="1904753741" sldId="260"/>
        </pc:sldMkLst>
        <pc:spChg chg="mod">
          <ac:chgData name="Mario Martinez" userId="3a8698ea-445f-4751-a923-c95ba728fd8c" providerId="ADAL" clId="{99DFCF96-D897-45F6-99B9-7A50BC31839B}" dt="2023-02-15T03:00:06.651" v="3653" actId="255"/>
          <ac:spMkLst>
            <pc:docMk/>
            <pc:sldMk cId="1904753741" sldId="260"/>
            <ac:spMk id="2" creationId="{9EF035FB-DDC0-E366-A7F2-CB476A2A254E}"/>
          </ac:spMkLst>
        </pc:spChg>
        <pc:spChg chg="del">
          <ac:chgData name="Mario Martinez" userId="3a8698ea-445f-4751-a923-c95ba728fd8c" providerId="ADAL" clId="{99DFCF96-D897-45F6-99B9-7A50BC31839B}" dt="2023-02-13T05:54:11.921" v="2111"/>
          <ac:spMkLst>
            <pc:docMk/>
            <pc:sldMk cId="1904753741" sldId="260"/>
            <ac:spMk id="3" creationId="{9BEE1E97-257B-9F5E-0533-E02128CDAEEE}"/>
          </ac:spMkLst>
        </pc:spChg>
        <pc:spChg chg="mod">
          <ac:chgData name="Mario Martinez" userId="3a8698ea-445f-4751-a923-c95ba728fd8c" providerId="ADAL" clId="{99DFCF96-D897-45F6-99B9-7A50BC31839B}" dt="2023-02-13T06:13:28.396" v="2800" actId="20577"/>
          <ac:spMkLst>
            <pc:docMk/>
            <pc:sldMk cId="1904753741" sldId="260"/>
            <ac:spMk id="4" creationId="{2870301A-2316-BBF2-8128-0E2964D8FDAB}"/>
          </ac:spMkLst>
        </pc:spChg>
        <pc:spChg chg="add del mod">
          <ac:chgData name="Mario Martinez" userId="3a8698ea-445f-4751-a923-c95ba728fd8c" providerId="ADAL" clId="{99DFCF96-D897-45F6-99B9-7A50BC31839B}" dt="2023-02-14T19:39:59.550" v="3497"/>
          <ac:spMkLst>
            <pc:docMk/>
            <pc:sldMk cId="1904753741" sldId="260"/>
            <ac:spMk id="6" creationId="{3937EDE0-5A22-A918-7F33-2A28D199276C}"/>
          </ac:spMkLst>
        </pc:spChg>
        <pc:spChg chg="mod">
          <ac:chgData name="Mario Martinez" userId="3a8698ea-445f-4751-a923-c95ba728fd8c" providerId="ADAL" clId="{99DFCF96-D897-45F6-99B9-7A50BC31839B}" dt="2023-02-14T19:39:52.066" v="3493"/>
          <ac:spMkLst>
            <pc:docMk/>
            <pc:sldMk cId="1904753741" sldId="260"/>
            <ac:spMk id="9" creationId="{1DA8392B-90DD-07DC-935A-AB3F6AEBDF02}"/>
          </ac:spMkLst>
        </pc:spChg>
        <pc:spChg chg="mod">
          <ac:chgData name="Mario Martinez" userId="3a8698ea-445f-4751-a923-c95ba728fd8c" providerId="ADAL" clId="{99DFCF96-D897-45F6-99B9-7A50BC31839B}" dt="2023-02-14T19:39:52.066" v="3493"/>
          <ac:spMkLst>
            <pc:docMk/>
            <pc:sldMk cId="1904753741" sldId="260"/>
            <ac:spMk id="10" creationId="{BF093C64-FD10-7562-1D19-ED85EBE573CB}"/>
          </ac:spMkLst>
        </pc:spChg>
        <pc:spChg chg="mod">
          <ac:chgData name="Mario Martinez" userId="3a8698ea-445f-4751-a923-c95ba728fd8c" providerId="ADAL" clId="{99DFCF96-D897-45F6-99B9-7A50BC31839B}" dt="2023-02-14T19:39:52.066" v="3493"/>
          <ac:spMkLst>
            <pc:docMk/>
            <pc:sldMk cId="1904753741" sldId="260"/>
            <ac:spMk id="11" creationId="{1A52ED8F-91D9-93F6-DDF4-DD02E0EF7DC7}"/>
          </ac:spMkLst>
        </pc:spChg>
        <pc:spChg chg="mod">
          <ac:chgData name="Mario Martinez" userId="3a8698ea-445f-4751-a923-c95ba728fd8c" providerId="ADAL" clId="{99DFCF96-D897-45F6-99B9-7A50BC31839B}" dt="2023-02-14T19:39:52.066" v="3493"/>
          <ac:spMkLst>
            <pc:docMk/>
            <pc:sldMk cId="1904753741" sldId="260"/>
            <ac:spMk id="12" creationId="{81BF0F09-D991-4ECC-297E-EF66ED1B6064}"/>
          </ac:spMkLst>
        </pc:spChg>
        <pc:spChg chg="mod">
          <ac:chgData name="Mario Martinez" userId="3a8698ea-445f-4751-a923-c95ba728fd8c" providerId="ADAL" clId="{99DFCF96-D897-45F6-99B9-7A50BC31839B}" dt="2023-02-14T19:39:52.066" v="3493"/>
          <ac:spMkLst>
            <pc:docMk/>
            <pc:sldMk cId="1904753741" sldId="260"/>
            <ac:spMk id="13" creationId="{574E18FA-144D-11C6-4C32-D2C5D133F08D}"/>
          </ac:spMkLst>
        </pc:spChg>
        <pc:spChg chg="mod">
          <ac:chgData name="Mario Martinez" userId="3a8698ea-445f-4751-a923-c95ba728fd8c" providerId="ADAL" clId="{99DFCF96-D897-45F6-99B9-7A50BC31839B}" dt="2023-02-14T19:39:52.066" v="3493"/>
          <ac:spMkLst>
            <pc:docMk/>
            <pc:sldMk cId="1904753741" sldId="260"/>
            <ac:spMk id="14" creationId="{052FB74A-04AB-C89B-534F-51A60247A074}"/>
          </ac:spMkLst>
        </pc:spChg>
        <pc:spChg chg="mod">
          <ac:chgData name="Mario Martinez" userId="3a8698ea-445f-4751-a923-c95ba728fd8c" providerId="ADAL" clId="{99DFCF96-D897-45F6-99B9-7A50BC31839B}" dt="2023-02-14T19:39:52.066" v="3493"/>
          <ac:spMkLst>
            <pc:docMk/>
            <pc:sldMk cId="1904753741" sldId="260"/>
            <ac:spMk id="16" creationId="{41A5F4F0-A623-6D3D-9E65-EEE3AE38476E}"/>
          </ac:spMkLst>
        </pc:spChg>
        <pc:spChg chg="mod">
          <ac:chgData name="Mario Martinez" userId="3a8698ea-445f-4751-a923-c95ba728fd8c" providerId="ADAL" clId="{99DFCF96-D897-45F6-99B9-7A50BC31839B}" dt="2023-02-14T19:39:52.066" v="3493"/>
          <ac:spMkLst>
            <pc:docMk/>
            <pc:sldMk cId="1904753741" sldId="260"/>
            <ac:spMk id="17" creationId="{27C03E7F-BE6F-1CF4-030F-83AD7192E145}"/>
          </ac:spMkLst>
        </pc:spChg>
        <pc:spChg chg="mod">
          <ac:chgData name="Mario Martinez" userId="3a8698ea-445f-4751-a923-c95ba728fd8c" providerId="ADAL" clId="{99DFCF96-D897-45F6-99B9-7A50BC31839B}" dt="2023-02-14T19:39:52.066" v="3493"/>
          <ac:spMkLst>
            <pc:docMk/>
            <pc:sldMk cId="1904753741" sldId="260"/>
            <ac:spMk id="18" creationId="{6AE0BE97-D47E-1D4D-E3EF-958B8542D1AD}"/>
          </ac:spMkLst>
        </pc:spChg>
        <pc:spChg chg="mod">
          <ac:chgData name="Mario Martinez" userId="3a8698ea-445f-4751-a923-c95ba728fd8c" providerId="ADAL" clId="{99DFCF96-D897-45F6-99B9-7A50BC31839B}" dt="2023-02-14T19:39:52.066" v="3493"/>
          <ac:spMkLst>
            <pc:docMk/>
            <pc:sldMk cId="1904753741" sldId="260"/>
            <ac:spMk id="21" creationId="{CCD10514-8FF9-0834-06B2-06B64ECA29DC}"/>
          </ac:spMkLst>
        </pc:spChg>
        <pc:spChg chg="mod">
          <ac:chgData name="Mario Martinez" userId="3a8698ea-445f-4751-a923-c95ba728fd8c" providerId="ADAL" clId="{99DFCF96-D897-45F6-99B9-7A50BC31839B}" dt="2023-02-14T19:39:52.066" v="3493"/>
          <ac:spMkLst>
            <pc:docMk/>
            <pc:sldMk cId="1904753741" sldId="260"/>
            <ac:spMk id="22" creationId="{806A72E0-2878-FEBE-677B-ABA25D59371E}"/>
          </ac:spMkLst>
        </pc:spChg>
        <pc:spChg chg="mod">
          <ac:chgData name="Mario Martinez" userId="3a8698ea-445f-4751-a923-c95ba728fd8c" providerId="ADAL" clId="{99DFCF96-D897-45F6-99B9-7A50BC31839B}" dt="2023-02-14T19:39:52.066" v="3493"/>
          <ac:spMkLst>
            <pc:docMk/>
            <pc:sldMk cId="1904753741" sldId="260"/>
            <ac:spMk id="23" creationId="{B73D06D8-11D4-2B06-0C18-B9B5B2E421D3}"/>
          </ac:spMkLst>
        </pc:spChg>
        <pc:spChg chg="mod">
          <ac:chgData name="Mario Martinez" userId="3a8698ea-445f-4751-a923-c95ba728fd8c" providerId="ADAL" clId="{99DFCF96-D897-45F6-99B9-7A50BC31839B}" dt="2023-02-14T19:39:52.066" v="3493"/>
          <ac:spMkLst>
            <pc:docMk/>
            <pc:sldMk cId="1904753741" sldId="260"/>
            <ac:spMk id="24" creationId="{8CCBA22F-0CF2-34D7-A236-EDCB37009861}"/>
          </ac:spMkLst>
        </pc:spChg>
        <pc:grpChg chg="add del mod">
          <ac:chgData name="Mario Martinez" userId="3a8698ea-445f-4751-a923-c95ba728fd8c" providerId="ADAL" clId="{99DFCF96-D897-45F6-99B9-7A50BC31839B}" dt="2023-02-14T19:39:56.974" v="3496"/>
          <ac:grpSpMkLst>
            <pc:docMk/>
            <pc:sldMk cId="1904753741" sldId="260"/>
            <ac:grpSpMk id="7" creationId="{3EED5246-DCA4-2AAA-24CB-F7DF882FFEFD}"/>
          </ac:grpSpMkLst>
        </pc:grpChg>
        <pc:picChg chg="add del mod">
          <ac:chgData name="Mario Martinez" userId="3a8698ea-445f-4751-a923-c95ba728fd8c" providerId="ADAL" clId="{99DFCF96-D897-45F6-99B9-7A50BC31839B}" dt="2023-02-14T19:39:42.986" v="3492" actId="478"/>
          <ac:picMkLst>
            <pc:docMk/>
            <pc:sldMk cId="1904753741" sldId="260"/>
            <ac:picMk id="5" creationId="{40166882-4760-2365-107C-7957EB532A92}"/>
          </ac:picMkLst>
        </pc:picChg>
        <pc:picChg chg="add mod">
          <ac:chgData name="Mario Martinez" userId="3a8698ea-445f-4751-a923-c95ba728fd8c" providerId="ADAL" clId="{99DFCF96-D897-45F6-99B9-7A50BC31839B}" dt="2023-02-14T19:54:11.375" v="3532" actId="14826"/>
          <ac:picMkLst>
            <pc:docMk/>
            <pc:sldMk cId="1904753741" sldId="260"/>
            <ac:picMk id="27" creationId="{EAD1FE70-65B4-A14A-D4F5-99021182CE49}"/>
          </ac:picMkLst>
        </pc:picChg>
        <pc:picChg chg="add del">
          <ac:chgData name="Mario Martinez" userId="3a8698ea-445f-4751-a923-c95ba728fd8c" providerId="ADAL" clId="{99DFCF96-D897-45F6-99B9-7A50BC31839B}" dt="2023-02-14T19:46:12.563" v="3504"/>
          <ac:picMkLst>
            <pc:docMk/>
            <pc:sldMk cId="1904753741" sldId="260"/>
            <ac:picMk id="28" creationId="{340B90D6-6E74-CD2C-D06A-F8D315165BFF}"/>
          </ac:picMkLst>
        </pc:picChg>
        <pc:picChg chg="add del">
          <ac:chgData name="Mario Martinez" userId="3a8698ea-445f-4751-a923-c95ba728fd8c" providerId="ADAL" clId="{99DFCF96-D897-45F6-99B9-7A50BC31839B}" dt="2023-02-14T19:46:52.213" v="3507"/>
          <ac:picMkLst>
            <pc:docMk/>
            <pc:sldMk cId="1904753741" sldId="260"/>
            <ac:picMk id="29" creationId="{2A229D0B-4C73-4814-BE08-7A911D2B4362}"/>
          </ac:picMkLst>
        </pc:picChg>
        <pc:picChg chg="add mod">
          <ac:chgData name="Mario Martinez" userId="3a8698ea-445f-4751-a923-c95ba728fd8c" providerId="ADAL" clId="{99DFCF96-D897-45F6-99B9-7A50BC31839B}" dt="2023-02-14T19:53:10.321" v="3531" actId="1076"/>
          <ac:picMkLst>
            <pc:docMk/>
            <pc:sldMk cId="1904753741" sldId="260"/>
            <ac:picMk id="30" creationId="{BC87A1BC-F855-F8B0-E3B3-8A9CE41859B8}"/>
          </ac:picMkLst>
        </pc:picChg>
        <pc:cxnChg chg="mod">
          <ac:chgData name="Mario Martinez" userId="3a8698ea-445f-4751-a923-c95ba728fd8c" providerId="ADAL" clId="{99DFCF96-D897-45F6-99B9-7A50BC31839B}" dt="2023-02-14T19:39:52.066" v="3493"/>
          <ac:cxnSpMkLst>
            <pc:docMk/>
            <pc:sldMk cId="1904753741" sldId="260"/>
            <ac:cxnSpMk id="8" creationId="{AACE8BB4-C4C7-767C-DFFD-48F2F70ABE44}"/>
          </ac:cxnSpMkLst>
        </pc:cxnChg>
        <pc:cxnChg chg="mod">
          <ac:chgData name="Mario Martinez" userId="3a8698ea-445f-4751-a923-c95ba728fd8c" providerId="ADAL" clId="{99DFCF96-D897-45F6-99B9-7A50BC31839B}" dt="2023-02-14T19:39:52.066" v="3493"/>
          <ac:cxnSpMkLst>
            <pc:docMk/>
            <pc:sldMk cId="1904753741" sldId="260"/>
            <ac:cxnSpMk id="15" creationId="{3E994591-2622-A77C-2F78-21639E3F94B5}"/>
          </ac:cxnSpMkLst>
        </pc:cxnChg>
        <pc:cxnChg chg="mod">
          <ac:chgData name="Mario Martinez" userId="3a8698ea-445f-4751-a923-c95ba728fd8c" providerId="ADAL" clId="{99DFCF96-D897-45F6-99B9-7A50BC31839B}" dt="2023-02-14T19:39:52.066" v="3493"/>
          <ac:cxnSpMkLst>
            <pc:docMk/>
            <pc:sldMk cId="1904753741" sldId="260"/>
            <ac:cxnSpMk id="19" creationId="{2B2EE254-D300-AE73-66A2-CAADBD529538}"/>
          </ac:cxnSpMkLst>
        </pc:cxnChg>
        <pc:cxnChg chg="mod">
          <ac:chgData name="Mario Martinez" userId="3a8698ea-445f-4751-a923-c95ba728fd8c" providerId="ADAL" clId="{99DFCF96-D897-45F6-99B9-7A50BC31839B}" dt="2023-02-14T19:39:52.066" v="3493"/>
          <ac:cxnSpMkLst>
            <pc:docMk/>
            <pc:sldMk cId="1904753741" sldId="260"/>
            <ac:cxnSpMk id="20" creationId="{5161E2A2-09B1-0482-8200-B5EBC495AF1B}"/>
          </ac:cxnSpMkLst>
        </pc:cxnChg>
        <pc:cxnChg chg="mod">
          <ac:chgData name="Mario Martinez" userId="3a8698ea-445f-4751-a923-c95ba728fd8c" providerId="ADAL" clId="{99DFCF96-D897-45F6-99B9-7A50BC31839B}" dt="2023-02-14T19:39:52.066" v="3493"/>
          <ac:cxnSpMkLst>
            <pc:docMk/>
            <pc:sldMk cId="1904753741" sldId="260"/>
            <ac:cxnSpMk id="25" creationId="{6B8F74A8-907F-0A26-D101-CCD6E202DA08}"/>
          </ac:cxnSpMkLst>
        </pc:cxnChg>
        <pc:cxnChg chg="mod">
          <ac:chgData name="Mario Martinez" userId="3a8698ea-445f-4751-a923-c95ba728fd8c" providerId="ADAL" clId="{99DFCF96-D897-45F6-99B9-7A50BC31839B}" dt="2023-02-14T19:39:52.066" v="3493"/>
          <ac:cxnSpMkLst>
            <pc:docMk/>
            <pc:sldMk cId="1904753741" sldId="260"/>
            <ac:cxnSpMk id="26" creationId="{BEB76950-B978-9529-7507-BF185A81E08F}"/>
          </ac:cxnSpMkLst>
        </pc:cxnChg>
      </pc:sldChg>
      <pc:sldChg chg="new del">
        <pc:chgData name="Mario Martinez" userId="3a8698ea-445f-4751-a923-c95ba728fd8c" providerId="ADAL" clId="{99DFCF96-D897-45F6-99B9-7A50BC31839B}" dt="2023-02-13T02:04:18.163" v="336" actId="680"/>
        <pc:sldMkLst>
          <pc:docMk/>
          <pc:sldMk cId="228826321" sldId="261"/>
        </pc:sldMkLst>
      </pc:sldChg>
      <pc:sldChg chg="addSp delSp modSp new mod ord">
        <pc:chgData name="Mario Martinez" userId="3a8698ea-445f-4751-a923-c95ba728fd8c" providerId="ADAL" clId="{99DFCF96-D897-45F6-99B9-7A50BC31839B}" dt="2023-02-13T06:09:13.549" v="2511"/>
        <pc:sldMkLst>
          <pc:docMk/>
          <pc:sldMk cId="3134142519" sldId="261"/>
        </pc:sldMkLst>
        <pc:spChg chg="mod">
          <ac:chgData name="Mario Martinez" userId="3a8698ea-445f-4751-a923-c95ba728fd8c" providerId="ADAL" clId="{99DFCF96-D897-45F6-99B9-7A50BC31839B}" dt="2023-02-13T02:05:11.801" v="389" actId="6549"/>
          <ac:spMkLst>
            <pc:docMk/>
            <pc:sldMk cId="3134142519" sldId="261"/>
            <ac:spMk id="2" creationId="{630C0FE1-9DA0-F7C4-EA6A-06F85A225C8E}"/>
          </ac:spMkLst>
        </pc:spChg>
        <pc:spChg chg="del">
          <ac:chgData name="Mario Martinez" userId="3a8698ea-445f-4751-a923-c95ba728fd8c" providerId="ADAL" clId="{99DFCF96-D897-45F6-99B9-7A50BC31839B}" dt="2023-02-13T02:04:25.561" v="338"/>
          <ac:spMkLst>
            <pc:docMk/>
            <pc:sldMk cId="3134142519" sldId="261"/>
            <ac:spMk id="3" creationId="{9221CAB0-4CD6-FC64-566C-6C4C14AB1476}"/>
          </ac:spMkLst>
        </pc:spChg>
        <pc:picChg chg="add mod">
          <ac:chgData name="Mario Martinez" userId="3a8698ea-445f-4751-a923-c95ba728fd8c" providerId="ADAL" clId="{99DFCF96-D897-45F6-99B9-7A50BC31839B}" dt="2023-02-13T02:04:40.177" v="342" actId="1076"/>
          <ac:picMkLst>
            <pc:docMk/>
            <pc:sldMk cId="3134142519" sldId="261"/>
            <ac:picMk id="4" creationId="{BF1F3B97-8BF5-2768-5157-F4B2C45C8B3B}"/>
          </ac:picMkLst>
        </pc:picChg>
      </pc:sldChg>
      <pc:sldChg chg="addSp delSp modSp new del mod">
        <pc:chgData name="Mario Martinez" userId="3a8698ea-445f-4751-a923-c95ba728fd8c" providerId="ADAL" clId="{99DFCF96-D897-45F6-99B9-7A50BC31839B}" dt="2023-02-13T05:07:22.788" v="1853" actId="47"/>
        <pc:sldMkLst>
          <pc:docMk/>
          <pc:sldMk cId="3426490598" sldId="262"/>
        </pc:sldMkLst>
        <pc:spChg chg="mod">
          <ac:chgData name="Mario Martinez" userId="3a8698ea-445f-4751-a923-c95ba728fd8c" providerId="ADAL" clId="{99DFCF96-D897-45F6-99B9-7A50BC31839B}" dt="2023-02-13T05:06:59.128" v="1851" actId="20577"/>
          <ac:spMkLst>
            <pc:docMk/>
            <pc:sldMk cId="3426490598" sldId="262"/>
            <ac:spMk id="2" creationId="{D72DAA5E-C847-9671-1EAB-2C66B89B7803}"/>
          </ac:spMkLst>
        </pc:spChg>
        <pc:spChg chg="del">
          <ac:chgData name="Mario Martinez" userId="3a8698ea-445f-4751-a923-c95ba728fd8c" providerId="ADAL" clId="{99DFCF96-D897-45F6-99B9-7A50BC31839B}" dt="2023-02-13T02:08:09.900" v="391"/>
          <ac:spMkLst>
            <pc:docMk/>
            <pc:sldMk cId="3426490598" sldId="262"/>
            <ac:spMk id="3" creationId="{4A3F43ED-7B43-6A70-E292-BAC246D467BD}"/>
          </ac:spMkLst>
        </pc:spChg>
        <pc:picChg chg="add mod">
          <ac:chgData name="Mario Martinez" userId="3a8698ea-445f-4751-a923-c95ba728fd8c" providerId="ADAL" clId="{99DFCF96-D897-45F6-99B9-7A50BC31839B}" dt="2023-02-13T02:08:09.900" v="391"/>
          <ac:picMkLst>
            <pc:docMk/>
            <pc:sldMk cId="3426490598" sldId="262"/>
            <ac:picMk id="4" creationId="{48AF1D3E-E12D-6FD8-ED0F-2E267E4FFDDF}"/>
          </ac:picMkLst>
        </pc:picChg>
      </pc:sldChg>
      <pc:sldChg chg="addSp delSp modSp new del mod ord">
        <pc:chgData name="Mario Martinez" userId="3a8698ea-445f-4751-a923-c95ba728fd8c" providerId="ADAL" clId="{99DFCF96-D897-45F6-99B9-7A50BC31839B}" dt="2023-02-19T03:30:16.586" v="3878" actId="47"/>
        <pc:sldMkLst>
          <pc:docMk/>
          <pc:sldMk cId="3937963338" sldId="263"/>
        </pc:sldMkLst>
        <pc:spChg chg="mod">
          <ac:chgData name="Mario Martinez" userId="3a8698ea-445f-4751-a923-c95ba728fd8c" providerId="ADAL" clId="{99DFCF96-D897-45F6-99B9-7A50BC31839B}" dt="2023-02-13T05:07:09.270" v="1852"/>
          <ac:spMkLst>
            <pc:docMk/>
            <pc:sldMk cId="3937963338" sldId="263"/>
            <ac:spMk id="2" creationId="{C673E2E6-F132-7E4D-A59D-A0DAE521B8EC}"/>
          </ac:spMkLst>
        </pc:spChg>
        <pc:spChg chg="del">
          <ac:chgData name="Mario Martinez" userId="3a8698ea-445f-4751-a923-c95ba728fd8c" providerId="ADAL" clId="{99DFCF96-D897-45F6-99B9-7A50BC31839B}" dt="2023-02-13T05:06:24.422" v="1803"/>
          <ac:spMkLst>
            <pc:docMk/>
            <pc:sldMk cId="3937963338" sldId="263"/>
            <ac:spMk id="3" creationId="{BE643952-1F36-DA6A-7538-FCDE328D910E}"/>
          </ac:spMkLst>
        </pc:spChg>
        <pc:spChg chg="add del mod">
          <ac:chgData name="Mario Martinez" userId="3a8698ea-445f-4751-a923-c95ba728fd8c" providerId="ADAL" clId="{99DFCF96-D897-45F6-99B9-7A50BC31839B}" dt="2023-02-14T18:53:47.007" v="3410"/>
          <ac:spMkLst>
            <pc:docMk/>
            <pc:sldMk cId="3937963338" sldId="263"/>
            <ac:spMk id="5" creationId="{20CC49C8-F27F-64E7-2346-1D08B17E09F5}"/>
          </ac:spMkLst>
        </pc:spChg>
        <pc:picChg chg="add del mod">
          <ac:chgData name="Mario Martinez" userId="3a8698ea-445f-4751-a923-c95ba728fd8c" providerId="ADAL" clId="{99DFCF96-D897-45F6-99B9-7A50BC31839B}" dt="2023-02-14T18:53:43.946" v="3409" actId="478"/>
          <ac:picMkLst>
            <pc:docMk/>
            <pc:sldMk cId="3937963338" sldId="263"/>
            <ac:picMk id="4" creationId="{DE032067-5F39-D97C-4D76-97C623491663}"/>
          </ac:picMkLst>
        </pc:picChg>
        <pc:picChg chg="add mod">
          <ac:chgData name="Mario Martinez" userId="3a8698ea-445f-4751-a923-c95ba728fd8c" providerId="ADAL" clId="{99DFCF96-D897-45F6-99B9-7A50BC31839B}" dt="2023-02-14T18:53:47.007" v="3410"/>
          <ac:picMkLst>
            <pc:docMk/>
            <pc:sldMk cId="3937963338" sldId="263"/>
            <ac:picMk id="6" creationId="{51A466C7-D658-63F0-596E-0E5801EA281F}"/>
          </ac:picMkLst>
        </pc:picChg>
      </pc:sldChg>
      <pc:sldChg chg="addSp delSp modSp new mod">
        <pc:chgData name="Mario Martinez" userId="3a8698ea-445f-4751-a923-c95ba728fd8c" providerId="ADAL" clId="{99DFCF96-D897-45F6-99B9-7A50BC31839B}" dt="2023-02-13T06:19:49.419" v="3151" actId="20577"/>
        <pc:sldMkLst>
          <pc:docMk/>
          <pc:sldMk cId="649056591" sldId="264"/>
        </pc:sldMkLst>
        <pc:spChg chg="mod">
          <ac:chgData name="Mario Martinez" userId="3a8698ea-445f-4751-a923-c95ba728fd8c" providerId="ADAL" clId="{99DFCF96-D897-45F6-99B9-7A50BC31839B}" dt="2023-02-13T06:19:49.419" v="3151" actId="20577"/>
          <ac:spMkLst>
            <pc:docMk/>
            <pc:sldMk cId="649056591" sldId="264"/>
            <ac:spMk id="2" creationId="{D1656F6F-276A-54DD-AE95-0163D77292E6}"/>
          </ac:spMkLst>
        </pc:spChg>
        <pc:spChg chg="del">
          <ac:chgData name="Mario Martinez" userId="3a8698ea-445f-4751-a923-c95ba728fd8c" providerId="ADAL" clId="{99DFCF96-D897-45F6-99B9-7A50BC31839B}" dt="2023-02-13T05:40:02.644" v="1857"/>
          <ac:spMkLst>
            <pc:docMk/>
            <pc:sldMk cId="649056591" sldId="264"/>
            <ac:spMk id="3" creationId="{A09F00CE-0F43-24D6-7839-E5BF37FB2F0D}"/>
          </ac:spMkLst>
        </pc:spChg>
        <pc:spChg chg="mod">
          <ac:chgData name="Mario Martinez" userId="3a8698ea-445f-4751-a923-c95ba728fd8c" providerId="ADAL" clId="{99DFCF96-D897-45F6-99B9-7A50BC31839B}" dt="2023-02-13T05:46:22.239" v="2036" actId="20577"/>
          <ac:spMkLst>
            <pc:docMk/>
            <pc:sldMk cId="649056591" sldId="264"/>
            <ac:spMk id="4" creationId="{F5E394B0-6C45-0E1E-3DC2-50FD9131B68F}"/>
          </ac:spMkLst>
        </pc:spChg>
        <pc:spChg chg="add mod">
          <ac:chgData name="Mario Martinez" userId="3a8698ea-445f-4751-a923-c95ba728fd8c" providerId="ADAL" clId="{99DFCF96-D897-45F6-99B9-7A50BC31839B}" dt="2023-02-13T05:48:17.143" v="2098" actId="20577"/>
          <ac:spMkLst>
            <pc:docMk/>
            <pc:sldMk cId="649056591" sldId="264"/>
            <ac:spMk id="6" creationId="{551784AD-B9A4-6796-E9BE-986C0A19DBBA}"/>
          </ac:spMkLst>
        </pc:spChg>
        <pc:picChg chg="add mod">
          <ac:chgData name="Mario Martinez" userId="3a8698ea-445f-4751-a923-c95ba728fd8c" providerId="ADAL" clId="{99DFCF96-D897-45F6-99B9-7A50BC31839B}" dt="2023-02-13T05:40:02.644" v="1857"/>
          <ac:picMkLst>
            <pc:docMk/>
            <pc:sldMk cId="649056591" sldId="264"/>
            <ac:picMk id="5" creationId="{85B6B661-7DF0-AD6D-35CC-0C5DE6E4A7FE}"/>
          </ac:picMkLst>
        </pc:picChg>
      </pc:sldChg>
      <pc:sldChg chg="add del">
        <pc:chgData name="Mario Martinez" userId="3a8698ea-445f-4751-a923-c95ba728fd8c" providerId="ADAL" clId="{99DFCF96-D897-45F6-99B9-7A50BC31839B}" dt="2023-02-19T03:30:10.703" v="3877" actId="47"/>
        <pc:sldMkLst>
          <pc:docMk/>
          <pc:sldMk cId="291010852" sldId="265"/>
        </pc:sldMkLst>
      </pc:sldChg>
      <pc:sldChg chg="addSp delSp modSp new del mod">
        <pc:chgData name="Mario Martinez" userId="3a8698ea-445f-4751-a923-c95ba728fd8c" providerId="ADAL" clId="{99DFCF96-D897-45F6-99B9-7A50BC31839B}" dt="2023-02-13T05:54:06.294" v="2110" actId="680"/>
        <pc:sldMkLst>
          <pc:docMk/>
          <pc:sldMk cId="2085703882" sldId="265"/>
        </pc:sldMkLst>
        <pc:spChg chg="add del">
          <ac:chgData name="Mario Martinez" userId="3a8698ea-445f-4751-a923-c95ba728fd8c" providerId="ADAL" clId="{99DFCF96-D897-45F6-99B9-7A50BC31839B}" dt="2023-02-13T05:54:05.723" v="2109"/>
          <ac:spMkLst>
            <pc:docMk/>
            <pc:sldMk cId="2085703882" sldId="265"/>
            <ac:spMk id="3" creationId="{696393A3-BAE6-BCD6-8E13-6F0DD6EEA4A9}"/>
          </ac:spMkLst>
        </pc:spChg>
        <pc:picChg chg="add del mod">
          <ac:chgData name="Mario Martinez" userId="3a8698ea-445f-4751-a923-c95ba728fd8c" providerId="ADAL" clId="{99DFCF96-D897-45F6-99B9-7A50BC31839B}" dt="2023-02-13T05:54:05.723" v="2109"/>
          <ac:picMkLst>
            <pc:docMk/>
            <pc:sldMk cId="2085703882" sldId="265"/>
            <ac:picMk id="4" creationId="{41548FB8-FA5E-0823-D549-8E29EC2D2F76}"/>
          </ac:picMkLst>
        </pc:picChg>
      </pc:sldChg>
      <pc:sldChg chg="addSp delSp modSp add mod">
        <pc:chgData name="Mario Martinez" userId="3a8698ea-445f-4751-a923-c95ba728fd8c" providerId="ADAL" clId="{99DFCF96-D897-45F6-99B9-7A50BC31839B}" dt="2023-02-14T19:16:38.181" v="3419"/>
        <pc:sldMkLst>
          <pc:docMk/>
          <pc:sldMk cId="50456606" sldId="266"/>
        </pc:sldMkLst>
        <pc:spChg chg="add del mod">
          <ac:chgData name="Mario Martinez" userId="3a8698ea-445f-4751-a923-c95ba728fd8c" providerId="ADAL" clId="{99DFCF96-D897-45F6-99B9-7A50BC31839B}" dt="2023-02-14T19:15:52.386" v="3414"/>
          <ac:spMkLst>
            <pc:docMk/>
            <pc:sldMk cId="50456606" sldId="266"/>
            <ac:spMk id="4" creationId="{ADF4FF6C-785E-2B9E-0DF2-66CFA1C8775B}"/>
          </ac:spMkLst>
        </pc:spChg>
        <pc:spChg chg="add del mod">
          <ac:chgData name="Mario Martinez" userId="3a8698ea-445f-4751-a923-c95ba728fd8c" providerId="ADAL" clId="{99DFCF96-D897-45F6-99B9-7A50BC31839B}" dt="2023-02-14T19:16:38.181" v="3419"/>
          <ac:spMkLst>
            <pc:docMk/>
            <pc:sldMk cId="50456606" sldId="266"/>
            <ac:spMk id="9" creationId="{4C8F6C13-4963-D3DE-E053-EC1458FB275B}"/>
          </ac:spMkLst>
        </pc:spChg>
        <pc:picChg chg="add del mod">
          <ac:chgData name="Mario Martinez" userId="3a8698ea-445f-4751-a923-c95ba728fd8c" providerId="ADAL" clId="{99DFCF96-D897-45F6-99B9-7A50BC31839B}" dt="2023-02-14T19:16:35.174" v="3418" actId="478"/>
          <ac:picMkLst>
            <pc:docMk/>
            <pc:sldMk cId="50456606" sldId="266"/>
            <ac:picMk id="5" creationId="{60176576-6CA0-330F-67A1-09D7D28A8AA8}"/>
          </ac:picMkLst>
        </pc:picChg>
        <pc:picChg chg="del">
          <ac:chgData name="Mario Martinez" userId="3a8698ea-445f-4751-a923-c95ba728fd8c" providerId="ADAL" clId="{99DFCF96-D897-45F6-99B9-7A50BC31839B}" dt="2023-02-14T19:15:42.091" v="3413" actId="478"/>
          <ac:picMkLst>
            <pc:docMk/>
            <pc:sldMk cId="50456606" sldId="266"/>
            <ac:picMk id="6" creationId="{51A466C7-D658-63F0-596E-0E5801EA281F}"/>
          </ac:picMkLst>
        </pc:picChg>
        <pc:picChg chg="add del">
          <ac:chgData name="Mario Martinez" userId="3a8698ea-445f-4751-a923-c95ba728fd8c" providerId="ADAL" clId="{99DFCF96-D897-45F6-99B9-7A50BC31839B}" dt="2023-02-14T19:16:27.316" v="3416"/>
          <ac:picMkLst>
            <pc:docMk/>
            <pc:sldMk cId="50456606" sldId="266"/>
            <ac:picMk id="7" creationId="{D7104B44-4BFD-9A04-9DCD-A3F9CFD17563}"/>
          </ac:picMkLst>
        </pc:picChg>
        <pc:picChg chg="add mod">
          <ac:chgData name="Mario Martinez" userId="3a8698ea-445f-4751-a923-c95ba728fd8c" providerId="ADAL" clId="{99DFCF96-D897-45F6-99B9-7A50BC31839B}" dt="2023-02-14T19:16:38.181" v="3419"/>
          <ac:picMkLst>
            <pc:docMk/>
            <pc:sldMk cId="50456606" sldId="266"/>
            <ac:picMk id="10" creationId="{14349B82-D2C3-614D-62F7-788A03F1DBB6}"/>
          </ac:picMkLst>
        </pc:picChg>
      </pc:sldChg>
      <pc:sldChg chg="addSp delSp modSp new mod">
        <pc:chgData name="Mario Martinez" userId="3a8698ea-445f-4751-a923-c95ba728fd8c" providerId="ADAL" clId="{99DFCF96-D897-45F6-99B9-7A50BC31839B}" dt="2023-02-15T03:28:49.002" v="3772" actId="1076"/>
        <pc:sldMkLst>
          <pc:docMk/>
          <pc:sldMk cId="437078298" sldId="267"/>
        </pc:sldMkLst>
        <pc:spChg chg="mod">
          <ac:chgData name="Mario Martinez" userId="3a8698ea-445f-4751-a923-c95ba728fd8c" providerId="ADAL" clId="{99DFCF96-D897-45F6-99B9-7A50BC31839B}" dt="2023-02-15T03:26:32.803" v="3751" actId="20577"/>
          <ac:spMkLst>
            <pc:docMk/>
            <pc:sldMk cId="437078298" sldId="267"/>
            <ac:spMk id="2" creationId="{D39C417D-4067-9DEA-5A73-6BBD3DB8CDB0}"/>
          </ac:spMkLst>
        </pc:spChg>
        <pc:spChg chg="del">
          <ac:chgData name="Mario Martinez" userId="3a8698ea-445f-4751-a923-c95ba728fd8c" providerId="ADAL" clId="{99DFCF96-D897-45F6-99B9-7A50BC31839B}" dt="2023-02-15T03:26:46.395" v="3752"/>
          <ac:spMkLst>
            <pc:docMk/>
            <pc:sldMk cId="437078298" sldId="267"/>
            <ac:spMk id="3" creationId="{367870AB-8F99-0CAC-2F27-64696235AA48}"/>
          </ac:spMkLst>
        </pc:spChg>
        <pc:spChg chg="mod">
          <ac:chgData name="Mario Martinez" userId="3a8698ea-445f-4751-a923-c95ba728fd8c" providerId="ADAL" clId="{99DFCF96-D897-45F6-99B9-7A50BC31839B}" dt="2023-02-15T03:26:29.654" v="3749"/>
          <ac:spMkLst>
            <pc:docMk/>
            <pc:sldMk cId="437078298" sldId="267"/>
            <ac:spMk id="4" creationId="{B8FD166D-A2DF-062B-B28D-C660851080FB}"/>
          </ac:spMkLst>
        </pc:spChg>
        <pc:spChg chg="add mod">
          <ac:chgData name="Mario Martinez" userId="3a8698ea-445f-4751-a923-c95ba728fd8c" providerId="ADAL" clId="{99DFCF96-D897-45F6-99B9-7A50BC31839B}" dt="2023-02-15T03:28:49.002" v="3772" actId="1076"/>
          <ac:spMkLst>
            <pc:docMk/>
            <pc:sldMk cId="437078298" sldId="267"/>
            <ac:spMk id="6" creationId="{76DA34B6-5CB2-0FAA-05DD-CB84E11690BD}"/>
          </ac:spMkLst>
        </pc:spChg>
        <pc:spChg chg="add mod">
          <ac:chgData name="Mario Martinez" userId="3a8698ea-445f-4751-a923-c95ba728fd8c" providerId="ADAL" clId="{99DFCF96-D897-45F6-99B9-7A50BC31839B}" dt="2023-02-15T03:28:40.921" v="3771" actId="1076"/>
          <ac:spMkLst>
            <pc:docMk/>
            <pc:sldMk cId="437078298" sldId="267"/>
            <ac:spMk id="7" creationId="{1D8972A0-4FDA-D257-66C9-931E94DE587C}"/>
          </ac:spMkLst>
        </pc:spChg>
        <pc:picChg chg="add mod">
          <ac:chgData name="Mario Martinez" userId="3a8698ea-445f-4751-a923-c95ba728fd8c" providerId="ADAL" clId="{99DFCF96-D897-45F6-99B9-7A50BC31839B}" dt="2023-02-15T03:28:08.108" v="3764" actId="1076"/>
          <ac:picMkLst>
            <pc:docMk/>
            <pc:sldMk cId="437078298" sldId="267"/>
            <ac:picMk id="5" creationId="{7C353984-BDEC-3A52-A9BA-C561DB8D9E8E}"/>
          </ac:picMkLst>
        </pc:picChg>
      </pc:sldChg>
      <pc:sldChg chg="new del">
        <pc:chgData name="Mario Martinez" userId="3a8698ea-445f-4751-a923-c95ba728fd8c" providerId="ADAL" clId="{99DFCF96-D897-45F6-99B9-7A50BC31839B}" dt="2023-02-15T03:29:28.005" v="3776" actId="680"/>
        <pc:sldMkLst>
          <pc:docMk/>
          <pc:sldMk cId="2352620815" sldId="268"/>
        </pc:sldMkLst>
      </pc:sldChg>
      <pc:sldChg chg="add del">
        <pc:chgData name="Mario Martinez" userId="3a8698ea-445f-4751-a923-c95ba728fd8c" providerId="ADAL" clId="{99DFCF96-D897-45F6-99B9-7A50BC31839B}" dt="2023-02-15T03:29:19.517" v="3774" actId="47"/>
        <pc:sldMkLst>
          <pc:docMk/>
          <pc:sldMk cId="2551276284" sldId="268"/>
        </pc:sldMkLst>
      </pc:sldChg>
      <pc:sldChg chg="addSp delSp modSp new mod">
        <pc:chgData name="Mario Martinez" userId="3a8698ea-445f-4751-a923-c95ba728fd8c" providerId="ADAL" clId="{99DFCF96-D897-45F6-99B9-7A50BC31839B}" dt="2023-02-15T03:31:42.517" v="3809" actId="1076"/>
        <pc:sldMkLst>
          <pc:docMk/>
          <pc:sldMk cId="2761956789" sldId="268"/>
        </pc:sldMkLst>
        <pc:spChg chg="mod">
          <ac:chgData name="Mario Martinez" userId="3a8698ea-445f-4751-a923-c95ba728fd8c" providerId="ADAL" clId="{99DFCF96-D897-45F6-99B9-7A50BC31839B}" dt="2023-02-15T03:30:24.629" v="3797" actId="313"/>
          <ac:spMkLst>
            <pc:docMk/>
            <pc:sldMk cId="2761956789" sldId="268"/>
            <ac:spMk id="2" creationId="{414F4AEF-93C3-F599-48F4-53EB2B4A3494}"/>
          </ac:spMkLst>
        </pc:spChg>
        <pc:spChg chg="del">
          <ac:chgData name="Mario Martinez" userId="3a8698ea-445f-4751-a923-c95ba728fd8c" providerId="ADAL" clId="{99DFCF96-D897-45F6-99B9-7A50BC31839B}" dt="2023-02-15T03:30:38.797" v="3798"/>
          <ac:spMkLst>
            <pc:docMk/>
            <pc:sldMk cId="2761956789" sldId="268"/>
            <ac:spMk id="3" creationId="{D6920B0A-9AB2-9D3F-DBD4-739A36B392D8}"/>
          </ac:spMkLst>
        </pc:spChg>
        <pc:spChg chg="mod">
          <ac:chgData name="Mario Martinez" userId="3a8698ea-445f-4751-a923-c95ba728fd8c" providerId="ADAL" clId="{99DFCF96-D897-45F6-99B9-7A50BC31839B}" dt="2023-02-15T03:29:38.871" v="3778"/>
          <ac:spMkLst>
            <pc:docMk/>
            <pc:sldMk cId="2761956789" sldId="268"/>
            <ac:spMk id="4" creationId="{F38B83D7-1B0D-23CE-217F-88C5DAC2AAB3}"/>
          </ac:spMkLst>
        </pc:spChg>
        <pc:spChg chg="add del mod">
          <ac:chgData name="Mario Martinez" userId="3a8698ea-445f-4751-a923-c95ba728fd8c" providerId="ADAL" clId="{99DFCF96-D897-45F6-99B9-7A50BC31839B}" dt="2023-02-15T03:30:57.463" v="3800"/>
          <ac:spMkLst>
            <pc:docMk/>
            <pc:sldMk cId="2761956789" sldId="268"/>
            <ac:spMk id="7" creationId="{1A7EC2E9-F3C8-364D-0F5A-B690EA3C160E}"/>
          </ac:spMkLst>
        </pc:spChg>
        <pc:spChg chg="add mod">
          <ac:chgData name="Mario Martinez" userId="3a8698ea-445f-4751-a923-c95ba728fd8c" providerId="ADAL" clId="{99DFCF96-D897-45F6-99B9-7A50BC31839B}" dt="2023-02-15T03:31:42.517" v="3809" actId="1076"/>
          <ac:spMkLst>
            <pc:docMk/>
            <pc:sldMk cId="2761956789" sldId="268"/>
            <ac:spMk id="9" creationId="{3BE854A7-A841-0FD2-1729-3C4745957D9C}"/>
          </ac:spMkLst>
        </pc:spChg>
        <pc:picChg chg="add del mod">
          <ac:chgData name="Mario Martinez" userId="3a8698ea-445f-4751-a923-c95ba728fd8c" providerId="ADAL" clId="{99DFCF96-D897-45F6-99B9-7A50BC31839B}" dt="2023-02-15T03:30:43.075" v="3799" actId="478"/>
          <ac:picMkLst>
            <pc:docMk/>
            <pc:sldMk cId="2761956789" sldId="268"/>
            <ac:picMk id="5" creationId="{7AEC8328-A1D5-A58A-46AC-1E4E8F5B766D}"/>
          </ac:picMkLst>
        </pc:picChg>
        <pc:picChg chg="add mod">
          <ac:chgData name="Mario Martinez" userId="3a8698ea-445f-4751-a923-c95ba728fd8c" providerId="ADAL" clId="{99DFCF96-D897-45F6-99B9-7A50BC31839B}" dt="2023-02-15T03:30:57.463" v="3800"/>
          <ac:picMkLst>
            <pc:docMk/>
            <pc:sldMk cId="2761956789" sldId="268"/>
            <ac:picMk id="8" creationId="{759E545C-C7A3-7BA5-AEF8-DE32650B5604}"/>
          </ac:picMkLst>
        </pc:picChg>
      </pc:sldChg>
      <pc:sldChg chg="addSp modSp new mod">
        <pc:chgData name="Mario Martinez" userId="3a8698ea-445f-4751-a923-c95ba728fd8c" providerId="ADAL" clId="{99DFCF96-D897-45F6-99B9-7A50BC31839B}" dt="2023-02-15T03:35:53.975" v="3874" actId="1076"/>
        <pc:sldMkLst>
          <pc:docMk/>
          <pc:sldMk cId="708894835" sldId="269"/>
        </pc:sldMkLst>
        <pc:spChg chg="mod">
          <ac:chgData name="Mario Martinez" userId="3a8698ea-445f-4751-a923-c95ba728fd8c" providerId="ADAL" clId="{99DFCF96-D897-45F6-99B9-7A50BC31839B}" dt="2023-02-15T03:33:31.886" v="3836" actId="20577"/>
          <ac:spMkLst>
            <pc:docMk/>
            <pc:sldMk cId="708894835" sldId="269"/>
            <ac:spMk id="2" creationId="{9F21A0BC-AA5B-6FE5-8249-3B95C55F596E}"/>
          </ac:spMkLst>
        </pc:spChg>
        <pc:spChg chg="mod">
          <ac:chgData name="Mario Martinez" userId="3a8698ea-445f-4751-a923-c95ba728fd8c" providerId="ADAL" clId="{99DFCF96-D897-45F6-99B9-7A50BC31839B}" dt="2023-02-15T03:34:42.312" v="3872" actId="2710"/>
          <ac:spMkLst>
            <pc:docMk/>
            <pc:sldMk cId="708894835" sldId="269"/>
            <ac:spMk id="3" creationId="{AE1539F9-D9F6-B5FF-9704-34C008CD701D}"/>
          </ac:spMkLst>
        </pc:spChg>
        <pc:spChg chg="mod">
          <ac:chgData name="Mario Martinez" userId="3a8698ea-445f-4751-a923-c95ba728fd8c" providerId="ADAL" clId="{99DFCF96-D897-45F6-99B9-7A50BC31839B}" dt="2023-02-15T03:34:00.182" v="3867" actId="20577"/>
          <ac:spMkLst>
            <pc:docMk/>
            <pc:sldMk cId="708894835" sldId="269"/>
            <ac:spMk id="4" creationId="{B36AC491-ED7A-A6D2-5344-2647943C26E4}"/>
          </ac:spMkLst>
        </pc:spChg>
        <pc:picChg chg="add mod">
          <ac:chgData name="Mario Martinez" userId="3a8698ea-445f-4751-a923-c95ba728fd8c" providerId="ADAL" clId="{99DFCF96-D897-45F6-99B9-7A50BC31839B}" dt="2023-02-15T03:35:53.975" v="3874" actId="1076"/>
          <ac:picMkLst>
            <pc:docMk/>
            <pc:sldMk cId="708894835" sldId="269"/>
            <ac:picMk id="5" creationId="{FAA33B4B-29A5-09F2-AF3A-A7472F69F081}"/>
          </ac:picMkLst>
        </pc:picChg>
      </pc:sldChg>
      <pc:sldChg chg="new del">
        <pc:chgData name="Mario Martinez" userId="3a8698ea-445f-4751-a923-c95ba728fd8c" providerId="ADAL" clId="{99DFCF96-D897-45F6-99B9-7A50BC31839B}" dt="2023-02-19T05:15:13.244" v="3880" actId="47"/>
        <pc:sldMkLst>
          <pc:docMk/>
          <pc:sldMk cId="761150501" sldId="270"/>
        </pc:sldMkLst>
      </pc:sldChg>
      <pc:sldChg chg="add">
        <pc:chgData name="Mario Martinez" userId="3a8698ea-445f-4751-a923-c95ba728fd8c" providerId="ADAL" clId="{99DFCF96-D897-45F6-99B9-7A50BC31839B}" dt="2023-02-19T05:15:11.078" v="3879"/>
        <pc:sldMkLst>
          <pc:docMk/>
          <pc:sldMk cId="235026251" sldId="297"/>
        </pc:sldMkLst>
      </pc:sldChg>
      <pc:sldChg chg="add">
        <pc:chgData name="Mario Martinez" userId="3a8698ea-445f-4751-a923-c95ba728fd8c" providerId="ADAL" clId="{99DFCF96-D897-45F6-99B9-7A50BC31839B}" dt="2023-02-19T05:15:11.078" v="3879"/>
        <pc:sldMkLst>
          <pc:docMk/>
          <pc:sldMk cId="2430286363"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D5C03-6696-4C63-90E4-0F59150FF094}" type="datetimeFigureOut">
              <a:rPr lang="en-GB" smtClean="0"/>
              <a:t>06/03/2023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85C842-F78E-4E7B-9FC8-810B7E741EB0}" type="slidenum">
              <a:rPr lang="en-GB" smtClean="0"/>
              <a:t>‹#›</a:t>
            </a:fld>
            <a:endParaRPr lang="en-GB"/>
          </a:p>
        </p:txBody>
      </p:sp>
    </p:spTree>
    <p:extLst>
      <p:ext uri="{BB962C8B-B14F-4D97-AF65-F5344CB8AC3E}">
        <p14:creationId xmlns:p14="http://schemas.microsoft.com/office/powerpoint/2010/main" val="2757956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132470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9786131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06/03/2023</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06/03/2023</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0.png"/><Relationship Id="rId1" Type="http://schemas.openxmlformats.org/officeDocument/2006/relationships/slideLayout" Target="../slideLayouts/slideLayout22.xml"/><Relationship Id="rId5" Type="http://schemas.openxmlformats.org/officeDocument/2006/relationships/image" Target="../media/image11.png"/><Relationship Id="rId4" Type="http://schemas.openxmlformats.org/officeDocument/2006/relationships/image" Target="../media/image100.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30D2-B3C2-3C53-9954-F873B43755C1}"/>
              </a:ext>
            </a:extLst>
          </p:cNvPr>
          <p:cNvSpPr>
            <a:spLocks noGrp="1"/>
          </p:cNvSpPr>
          <p:nvPr>
            <p:ph type="ctrTitle"/>
          </p:nvPr>
        </p:nvSpPr>
        <p:spPr/>
        <p:txBody>
          <a:bodyPr/>
          <a:lstStyle/>
          <a:p>
            <a:r>
              <a:rPr lang="en-GB" dirty="0"/>
              <a:t>DC Motor Control</a:t>
            </a:r>
          </a:p>
        </p:txBody>
      </p:sp>
      <p:sp>
        <p:nvSpPr>
          <p:cNvPr id="3" name="Subtitle 2">
            <a:extLst>
              <a:ext uri="{FF2B5EF4-FFF2-40B4-BE49-F238E27FC236}">
                <a16:creationId xmlns:a16="http://schemas.microsoft.com/office/drawing/2014/main" id="{BC468B53-C395-9651-A03A-2240F23DA56F}"/>
              </a:ext>
            </a:extLst>
          </p:cNvPr>
          <p:cNvSpPr>
            <a:spLocks noGrp="1"/>
          </p:cNvSpPr>
          <p:nvPr>
            <p:ph type="subTitle" idx="1"/>
          </p:nvPr>
        </p:nvSpPr>
        <p:spPr/>
        <p:txBody>
          <a:bodyPr/>
          <a:lstStyle/>
          <a:p>
            <a:r>
              <a:rPr lang="en-GB" dirty="0"/>
              <a:t>Introduction</a:t>
            </a:r>
          </a:p>
        </p:txBody>
      </p:sp>
    </p:spTree>
    <p:extLst>
      <p:ext uri="{BB962C8B-B14F-4D97-AF65-F5344CB8AC3E}">
        <p14:creationId xmlns:p14="http://schemas.microsoft.com/office/powerpoint/2010/main" val="274333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F92346-DBE4-9AE1-5886-9D1B27F2E691}"/>
              </a:ext>
            </a:extLst>
          </p:cNvPr>
          <p:cNvSpPr>
            <a:spLocks noGrp="1"/>
          </p:cNvSpPr>
          <p:nvPr>
            <p:ph sz="half" idx="1"/>
          </p:nvPr>
        </p:nvSpPr>
        <p:spPr>
          <a:xfrm>
            <a:off x="446315" y="1825625"/>
            <a:ext cx="5181600" cy="4351338"/>
          </a:xfrm>
        </p:spPr>
        <p:txBody>
          <a:bodyPr>
            <a:normAutofit/>
          </a:bodyPr>
          <a:lstStyle/>
          <a:p>
            <a:pPr>
              <a:lnSpc>
                <a:spcPct val="150000"/>
              </a:lnSpc>
            </a:pPr>
            <a:r>
              <a:rPr lang="en-US" sz="1400" dirty="0"/>
              <a:t>Robotics systems, are intended to perform complicated tasks in different environments. Such tasks, can be performed autonomously, semi-autonomously or remote controlled.</a:t>
            </a:r>
          </a:p>
          <a:p>
            <a:pPr>
              <a:lnSpc>
                <a:spcPct val="150000"/>
              </a:lnSpc>
            </a:pPr>
            <a:r>
              <a:rPr lang="en-US" sz="1400" dirty="0"/>
              <a:t>The control of such systems can become very complex depending on the task to perform. </a:t>
            </a:r>
          </a:p>
          <a:p>
            <a:pPr>
              <a:lnSpc>
                <a:spcPct val="150000"/>
              </a:lnSpc>
            </a:pPr>
            <a:r>
              <a:rPr lang="en-US" sz="1400" dirty="0"/>
              <a:t>The HCS divides the control into layers, dividing each complex task into subtasks (goals) to be achieved by a dedicated layer.</a:t>
            </a:r>
          </a:p>
          <a:p>
            <a:pPr>
              <a:lnSpc>
                <a:spcPct val="150000"/>
              </a:lnSpc>
            </a:pPr>
            <a:r>
              <a:rPr lang="en-US" sz="1400" dirty="0"/>
              <a:t>This course is dedicated to the Low-Level control layer using ROS.</a:t>
            </a:r>
          </a:p>
        </p:txBody>
      </p:sp>
      <p:sp>
        <p:nvSpPr>
          <p:cNvPr id="4" name="Title 3">
            <a:extLst>
              <a:ext uri="{FF2B5EF4-FFF2-40B4-BE49-F238E27FC236}">
                <a16:creationId xmlns:a16="http://schemas.microsoft.com/office/drawing/2014/main" id="{2435B524-2330-46D5-98A2-5CD1FE2B3BD8}"/>
              </a:ext>
            </a:extLst>
          </p:cNvPr>
          <p:cNvSpPr>
            <a:spLocks noGrp="1"/>
          </p:cNvSpPr>
          <p:nvPr>
            <p:ph type="title"/>
          </p:nvPr>
        </p:nvSpPr>
        <p:spPr/>
        <p:txBody>
          <a:bodyPr/>
          <a:lstStyle/>
          <a:p>
            <a:r>
              <a:rPr lang="en-US" dirty="0"/>
              <a:t>Control Hierarchy</a:t>
            </a:r>
            <a:endParaRPr lang="en-GB" dirty="0"/>
          </a:p>
        </p:txBody>
      </p:sp>
      <p:pic>
        <p:nvPicPr>
          <p:cNvPr id="8" name="Content Placeholder 7">
            <a:extLst>
              <a:ext uri="{FF2B5EF4-FFF2-40B4-BE49-F238E27FC236}">
                <a16:creationId xmlns:a16="http://schemas.microsoft.com/office/drawing/2014/main" id="{1F97ABF7-47D9-5FF7-9BF5-5406F9A419AE}"/>
              </a:ext>
            </a:extLst>
          </p:cNvPr>
          <p:cNvPicPr>
            <a:picLocks noGrp="1" noChangeAspect="1"/>
          </p:cNvPicPr>
          <p:nvPr>
            <p:ph sz="half" idx="2"/>
          </p:nvPr>
        </p:nvPicPr>
        <p:blipFill>
          <a:blip r:embed="rId2"/>
          <a:stretch>
            <a:fillRect/>
          </a:stretch>
        </p:blipFill>
        <p:spPr>
          <a:xfrm>
            <a:off x="5566849" y="1558428"/>
            <a:ext cx="7306691" cy="4885732"/>
          </a:xfrm>
          <a:prstGeom prst="rect">
            <a:avLst/>
          </a:prstGeom>
        </p:spPr>
      </p:pic>
    </p:spTree>
    <p:extLst>
      <p:ext uri="{BB962C8B-B14F-4D97-AF65-F5344CB8AC3E}">
        <p14:creationId xmlns:p14="http://schemas.microsoft.com/office/powerpoint/2010/main" val="892579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E2E6-F132-7E4D-A59D-A0DAE521B8EC}"/>
              </a:ext>
            </a:extLst>
          </p:cNvPr>
          <p:cNvSpPr>
            <a:spLocks noGrp="1"/>
          </p:cNvSpPr>
          <p:nvPr>
            <p:ph type="title"/>
          </p:nvPr>
        </p:nvSpPr>
        <p:spPr/>
        <p:txBody>
          <a:bodyPr/>
          <a:lstStyle/>
          <a:p>
            <a:r>
              <a:rPr lang="en-US" dirty="0"/>
              <a:t>ROS Control Hierarchy </a:t>
            </a:r>
            <a:endParaRPr lang="en-GB" dirty="0"/>
          </a:p>
        </p:txBody>
      </p:sp>
      <p:pic>
        <p:nvPicPr>
          <p:cNvPr id="6" name="Content Placeholder 5">
            <a:extLst>
              <a:ext uri="{FF2B5EF4-FFF2-40B4-BE49-F238E27FC236}">
                <a16:creationId xmlns:a16="http://schemas.microsoft.com/office/drawing/2014/main" id="{51A466C7-D658-63F0-596E-0E5801EA281F}"/>
              </a:ext>
            </a:extLst>
          </p:cNvPr>
          <p:cNvPicPr>
            <a:picLocks noGrp="1" noChangeAspect="1"/>
          </p:cNvPicPr>
          <p:nvPr>
            <p:ph idx="1"/>
          </p:nvPr>
        </p:nvPicPr>
        <p:blipFill>
          <a:blip r:embed="rId2"/>
          <a:stretch>
            <a:fillRect/>
          </a:stretch>
        </p:blipFill>
        <p:spPr>
          <a:xfrm>
            <a:off x="2400049" y="1825625"/>
            <a:ext cx="7391902" cy="4351338"/>
          </a:xfrm>
          <a:prstGeom prst="rect">
            <a:avLst/>
          </a:prstGeom>
        </p:spPr>
      </p:pic>
    </p:spTree>
    <p:extLst>
      <p:ext uri="{BB962C8B-B14F-4D97-AF65-F5344CB8AC3E}">
        <p14:creationId xmlns:p14="http://schemas.microsoft.com/office/powerpoint/2010/main" val="291010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E2E6-F132-7E4D-A59D-A0DAE521B8EC}"/>
              </a:ext>
            </a:extLst>
          </p:cNvPr>
          <p:cNvSpPr>
            <a:spLocks noGrp="1"/>
          </p:cNvSpPr>
          <p:nvPr>
            <p:ph type="title"/>
          </p:nvPr>
        </p:nvSpPr>
        <p:spPr/>
        <p:txBody>
          <a:bodyPr/>
          <a:lstStyle/>
          <a:p>
            <a:r>
              <a:rPr lang="en-US" dirty="0"/>
              <a:t>ROS Control Hierarchy </a:t>
            </a:r>
            <a:endParaRPr lang="en-GB" dirty="0"/>
          </a:p>
        </p:txBody>
      </p:sp>
      <p:pic>
        <p:nvPicPr>
          <p:cNvPr id="10" name="Content Placeholder 9">
            <a:extLst>
              <a:ext uri="{FF2B5EF4-FFF2-40B4-BE49-F238E27FC236}">
                <a16:creationId xmlns:a16="http://schemas.microsoft.com/office/drawing/2014/main" id="{14349B82-D2C3-614D-62F7-788A03F1DBB6}"/>
              </a:ext>
            </a:extLst>
          </p:cNvPr>
          <p:cNvPicPr>
            <a:picLocks noGrp="1" noChangeAspect="1"/>
          </p:cNvPicPr>
          <p:nvPr>
            <p:ph idx="1"/>
          </p:nvPr>
        </p:nvPicPr>
        <p:blipFill>
          <a:blip r:embed="rId2"/>
          <a:stretch>
            <a:fillRect/>
          </a:stretch>
        </p:blipFill>
        <p:spPr>
          <a:xfrm>
            <a:off x="1193349" y="1825625"/>
            <a:ext cx="9805302" cy="4351338"/>
          </a:xfrm>
          <a:prstGeom prst="rect">
            <a:avLst/>
          </a:prstGeom>
        </p:spPr>
      </p:pic>
    </p:spTree>
    <p:extLst>
      <p:ext uri="{BB962C8B-B14F-4D97-AF65-F5344CB8AC3E}">
        <p14:creationId xmlns:p14="http://schemas.microsoft.com/office/powerpoint/2010/main" val="5045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656F6F-276A-54DD-AE95-0163D77292E6}"/>
              </a:ext>
            </a:extLst>
          </p:cNvPr>
          <p:cNvSpPr>
            <a:spLocks noGrp="1"/>
          </p:cNvSpPr>
          <p:nvPr>
            <p:ph sz="half" idx="1"/>
          </p:nvPr>
        </p:nvSpPr>
        <p:spPr>
          <a:xfrm>
            <a:off x="838200" y="1825625"/>
            <a:ext cx="5181600" cy="4796676"/>
          </a:xfrm>
        </p:spPr>
        <p:txBody>
          <a:bodyPr>
            <a:normAutofit lnSpcReduction="10000"/>
          </a:bodyPr>
          <a:lstStyle/>
          <a:p>
            <a:pPr>
              <a:lnSpc>
                <a:spcPct val="150000"/>
              </a:lnSpc>
            </a:pPr>
            <a:r>
              <a:rPr lang="en-US" sz="1400" dirty="0"/>
              <a:t>Mobile robots, require different sensors and actuators to read information from the environment, and to interact with it.</a:t>
            </a:r>
          </a:p>
          <a:p>
            <a:pPr>
              <a:lnSpc>
                <a:spcPct val="150000"/>
              </a:lnSpc>
            </a:pPr>
            <a:r>
              <a:rPr lang="en-US" sz="1400" dirty="0"/>
              <a:t>One of the most common actuators found in most robotic systems are DC motors. </a:t>
            </a:r>
          </a:p>
          <a:p>
            <a:pPr>
              <a:lnSpc>
                <a:spcPct val="150000"/>
              </a:lnSpc>
            </a:pPr>
            <a:r>
              <a:rPr lang="en-US" sz="1400" dirty="0"/>
              <a:t>DC Motors are found in different robotics applications from wheeled mobile robots, to robotic manipulators and unmanned aerial vehicles.</a:t>
            </a:r>
          </a:p>
          <a:p>
            <a:pPr>
              <a:lnSpc>
                <a:spcPct val="150000"/>
              </a:lnSpc>
            </a:pPr>
            <a:r>
              <a:rPr lang="en-US" sz="1400" dirty="0"/>
              <a:t>One example of a wheeled mobile robot is the Puzzlebot, which uses two DC motors one for each wheel.</a:t>
            </a:r>
          </a:p>
          <a:p>
            <a:pPr>
              <a:lnSpc>
                <a:spcPct val="150000"/>
              </a:lnSpc>
            </a:pPr>
            <a:r>
              <a:rPr lang="en-US" sz="1400" dirty="0"/>
              <a:t>DC motors, are a widely studied in different fields of science from electromechanical systems to control engineering.</a:t>
            </a:r>
          </a:p>
          <a:p>
            <a:pPr>
              <a:lnSpc>
                <a:spcPct val="150000"/>
              </a:lnSpc>
            </a:pPr>
            <a:endParaRPr lang="en-US" sz="1400" dirty="0"/>
          </a:p>
        </p:txBody>
      </p:sp>
      <p:pic>
        <p:nvPicPr>
          <p:cNvPr id="5" name="Content Placeholder 4">
            <a:extLst>
              <a:ext uri="{FF2B5EF4-FFF2-40B4-BE49-F238E27FC236}">
                <a16:creationId xmlns:a16="http://schemas.microsoft.com/office/drawing/2014/main" id="{85B6B661-7DF0-AD6D-35CC-0C5DE6E4A7FE}"/>
              </a:ext>
            </a:extLst>
          </p:cNvPr>
          <p:cNvPicPr>
            <a:picLocks noGrp="1" noChangeAspect="1"/>
          </p:cNvPicPr>
          <p:nvPr>
            <p:ph sz="half" idx="2"/>
          </p:nvPr>
        </p:nvPicPr>
        <p:blipFill>
          <a:blip r:embed="rId2"/>
          <a:stretch>
            <a:fillRect/>
          </a:stretch>
        </p:blipFill>
        <p:spPr>
          <a:xfrm>
            <a:off x="6172200" y="2273198"/>
            <a:ext cx="5181600" cy="3456192"/>
          </a:xfrm>
          <a:prstGeom prst="rect">
            <a:avLst/>
          </a:prstGeom>
        </p:spPr>
      </p:pic>
      <p:sp>
        <p:nvSpPr>
          <p:cNvPr id="4" name="Title 3">
            <a:extLst>
              <a:ext uri="{FF2B5EF4-FFF2-40B4-BE49-F238E27FC236}">
                <a16:creationId xmlns:a16="http://schemas.microsoft.com/office/drawing/2014/main" id="{F5E394B0-6C45-0E1E-3DC2-50FD9131B68F}"/>
              </a:ext>
            </a:extLst>
          </p:cNvPr>
          <p:cNvSpPr>
            <a:spLocks noGrp="1"/>
          </p:cNvSpPr>
          <p:nvPr>
            <p:ph type="title"/>
          </p:nvPr>
        </p:nvSpPr>
        <p:spPr/>
        <p:txBody>
          <a:bodyPr/>
          <a:lstStyle/>
          <a:p>
            <a:r>
              <a:rPr lang="en-US" dirty="0"/>
              <a:t>Mobile robots</a:t>
            </a:r>
            <a:endParaRPr lang="en-GB" dirty="0"/>
          </a:p>
        </p:txBody>
      </p:sp>
      <p:sp>
        <p:nvSpPr>
          <p:cNvPr id="6" name="TextBox 5">
            <a:extLst>
              <a:ext uri="{FF2B5EF4-FFF2-40B4-BE49-F238E27FC236}">
                <a16:creationId xmlns:a16="http://schemas.microsoft.com/office/drawing/2014/main" id="{551784AD-B9A4-6796-E9BE-986C0A19DBBA}"/>
              </a:ext>
            </a:extLst>
          </p:cNvPr>
          <p:cNvSpPr txBox="1"/>
          <p:nvPr/>
        </p:nvSpPr>
        <p:spPr>
          <a:xfrm>
            <a:off x="7278786" y="5780977"/>
            <a:ext cx="2968427" cy="584775"/>
          </a:xfrm>
          <a:prstGeom prst="rect">
            <a:avLst/>
          </a:prstGeom>
          <a:noFill/>
        </p:spPr>
        <p:txBody>
          <a:bodyPr wrap="square" rtlCol="0">
            <a:spAutoFit/>
          </a:bodyPr>
          <a:lstStyle/>
          <a:p>
            <a:pPr algn="ctr"/>
            <a:r>
              <a:rPr lang="en-US" sz="1600" dirty="0">
                <a:latin typeface="Nexa-Light" panose="01000000000000000000" pitchFamily="2" charset="0"/>
              </a:rPr>
              <a:t>Puzzlebot by Manchester Robotics.</a:t>
            </a:r>
            <a:endParaRPr lang="en-GB" sz="1600" dirty="0">
              <a:latin typeface="Nexa-Light" panose="01000000000000000000" pitchFamily="2" charset="0"/>
            </a:endParaRPr>
          </a:p>
        </p:txBody>
      </p:sp>
    </p:spTree>
    <p:extLst>
      <p:ext uri="{BB962C8B-B14F-4D97-AF65-F5344CB8AC3E}">
        <p14:creationId xmlns:p14="http://schemas.microsoft.com/office/powerpoint/2010/main" val="649056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0FE1-9DA0-F7C4-EA6A-06F85A225C8E}"/>
              </a:ext>
            </a:extLst>
          </p:cNvPr>
          <p:cNvSpPr>
            <a:spLocks noGrp="1"/>
          </p:cNvSpPr>
          <p:nvPr>
            <p:ph type="title"/>
          </p:nvPr>
        </p:nvSpPr>
        <p:spPr/>
        <p:txBody>
          <a:bodyPr/>
          <a:lstStyle/>
          <a:p>
            <a:r>
              <a:rPr lang="en-US" dirty="0"/>
              <a:t>Puzzlebot sensors and actuators</a:t>
            </a:r>
            <a:endParaRPr lang="en-GB" dirty="0"/>
          </a:p>
        </p:txBody>
      </p:sp>
      <p:pic>
        <p:nvPicPr>
          <p:cNvPr id="4" name="Content Placeholder 3">
            <a:extLst>
              <a:ext uri="{FF2B5EF4-FFF2-40B4-BE49-F238E27FC236}">
                <a16:creationId xmlns:a16="http://schemas.microsoft.com/office/drawing/2014/main" id="{BF1F3B97-8BF5-2768-5157-F4B2C45C8B3B}"/>
              </a:ext>
            </a:extLst>
          </p:cNvPr>
          <p:cNvPicPr>
            <a:picLocks noGrp="1" noChangeAspect="1"/>
          </p:cNvPicPr>
          <p:nvPr>
            <p:ph idx="1"/>
          </p:nvPr>
        </p:nvPicPr>
        <p:blipFill>
          <a:blip r:embed="rId2"/>
          <a:stretch>
            <a:fillRect/>
          </a:stretch>
        </p:blipFill>
        <p:spPr>
          <a:xfrm>
            <a:off x="659646" y="1592763"/>
            <a:ext cx="9628650" cy="4950023"/>
          </a:xfrm>
          <a:prstGeom prst="rect">
            <a:avLst/>
          </a:prstGeom>
        </p:spPr>
      </p:pic>
    </p:spTree>
    <p:extLst>
      <p:ext uri="{BB962C8B-B14F-4D97-AF65-F5344CB8AC3E}">
        <p14:creationId xmlns:p14="http://schemas.microsoft.com/office/powerpoint/2010/main" val="3134142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70DCA7-363D-34D4-54D6-AB8D26C5E129}"/>
              </a:ext>
            </a:extLst>
          </p:cNvPr>
          <p:cNvSpPr>
            <a:spLocks noGrp="1"/>
          </p:cNvSpPr>
          <p:nvPr>
            <p:ph sz="half" idx="1"/>
          </p:nvPr>
        </p:nvSpPr>
        <p:spPr>
          <a:xfrm>
            <a:off x="838200" y="1825625"/>
            <a:ext cx="4949214" cy="4911636"/>
          </a:xfrm>
        </p:spPr>
        <p:txBody>
          <a:bodyPr>
            <a:normAutofit fontScale="32500" lnSpcReduction="20000"/>
          </a:bodyPr>
          <a:lstStyle/>
          <a:p>
            <a:pPr marL="0" indent="0">
              <a:lnSpc>
                <a:spcPct val="120000"/>
              </a:lnSpc>
              <a:buNone/>
            </a:pPr>
            <a:r>
              <a:rPr lang="en-US" sz="6200" dirty="0">
                <a:latin typeface="Nexa-Bold" panose="01000000000000000000" pitchFamily="2" charset="0"/>
              </a:rPr>
              <a:t>Introduction</a:t>
            </a:r>
            <a:endParaRPr lang="en-US" sz="4300" dirty="0">
              <a:latin typeface="Nexa-Bold" panose="01000000000000000000" pitchFamily="2" charset="0"/>
            </a:endParaRPr>
          </a:p>
          <a:p>
            <a:pPr>
              <a:lnSpc>
                <a:spcPct val="170000"/>
              </a:lnSpc>
            </a:pPr>
            <a:r>
              <a:rPr lang="en-US" sz="4400" dirty="0"/>
              <a:t>A direct current (DC) motor is a type of electric machine that converts electrical energy into mechanical energy. </a:t>
            </a:r>
          </a:p>
          <a:p>
            <a:pPr>
              <a:lnSpc>
                <a:spcPct val="170000"/>
              </a:lnSpc>
            </a:pPr>
            <a:r>
              <a:rPr lang="en-US" sz="4400" dirty="0"/>
              <a:t>DC motors take electrical power through direct current and convert this energy into mechanical rotation. </a:t>
            </a:r>
          </a:p>
          <a:p>
            <a:pPr>
              <a:lnSpc>
                <a:spcPct val="170000"/>
              </a:lnSpc>
            </a:pPr>
            <a:r>
              <a:rPr lang="en-US" sz="4400" dirty="0"/>
              <a:t>This is done by using generated magnetic fields from the electrical currents, powering the movement of a rotor fixed within the output shaft. </a:t>
            </a:r>
          </a:p>
          <a:p>
            <a:pPr>
              <a:lnSpc>
                <a:spcPct val="170000"/>
              </a:lnSpc>
            </a:pPr>
            <a:r>
              <a:rPr lang="en-US" sz="4400" dirty="0"/>
              <a:t>The output torque and speed depends upon both the electrical input and the design of the motor.</a:t>
            </a:r>
          </a:p>
          <a:p>
            <a:endParaRPr lang="en-GB" dirty="0"/>
          </a:p>
        </p:txBody>
      </p:sp>
      <p:pic>
        <p:nvPicPr>
          <p:cNvPr id="5" name="Content Placeholder 4">
            <a:extLst>
              <a:ext uri="{FF2B5EF4-FFF2-40B4-BE49-F238E27FC236}">
                <a16:creationId xmlns:a16="http://schemas.microsoft.com/office/drawing/2014/main" id="{7E4EDA75-FDAF-3D6C-F921-0610ED8A59B3}"/>
              </a:ext>
            </a:extLst>
          </p:cNvPr>
          <p:cNvPicPr>
            <a:picLocks noGrp="1" noChangeAspect="1"/>
          </p:cNvPicPr>
          <p:nvPr>
            <p:ph sz="half" idx="2"/>
          </p:nvPr>
        </p:nvPicPr>
        <p:blipFill>
          <a:blip r:embed="rId2"/>
          <a:stretch>
            <a:fillRect/>
          </a:stretch>
        </p:blipFill>
        <p:spPr>
          <a:xfrm>
            <a:off x="7547961" y="1666599"/>
            <a:ext cx="2828789" cy="2115495"/>
          </a:xfrm>
          <a:prstGeom prst="rect">
            <a:avLst/>
          </a:prstGeom>
        </p:spPr>
      </p:pic>
      <p:sp>
        <p:nvSpPr>
          <p:cNvPr id="4" name="Title 3">
            <a:extLst>
              <a:ext uri="{FF2B5EF4-FFF2-40B4-BE49-F238E27FC236}">
                <a16:creationId xmlns:a16="http://schemas.microsoft.com/office/drawing/2014/main" id="{7881A0B1-070E-6E4F-6AAF-52C19EB78610}"/>
              </a:ext>
            </a:extLst>
          </p:cNvPr>
          <p:cNvSpPr>
            <a:spLocks noGrp="1"/>
          </p:cNvSpPr>
          <p:nvPr>
            <p:ph type="title"/>
          </p:nvPr>
        </p:nvSpPr>
        <p:spPr/>
        <p:txBody>
          <a:bodyPr/>
          <a:lstStyle/>
          <a:p>
            <a:r>
              <a:rPr lang="en-US" sz="4400" dirty="0"/>
              <a:t>DC Motors</a:t>
            </a:r>
            <a:endParaRPr lang="en-GB" dirty="0"/>
          </a:p>
        </p:txBody>
      </p:sp>
      <p:sp>
        <p:nvSpPr>
          <p:cNvPr id="6" name="TextBox 5">
            <a:extLst>
              <a:ext uri="{FF2B5EF4-FFF2-40B4-BE49-F238E27FC236}">
                <a16:creationId xmlns:a16="http://schemas.microsoft.com/office/drawing/2014/main" id="{8F9FA41F-959F-876D-0E5C-4A337BD46158}"/>
              </a:ext>
            </a:extLst>
          </p:cNvPr>
          <p:cNvSpPr txBox="1"/>
          <p:nvPr/>
        </p:nvSpPr>
        <p:spPr>
          <a:xfrm>
            <a:off x="7478142" y="3707959"/>
            <a:ext cx="2968427" cy="584775"/>
          </a:xfrm>
          <a:prstGeom prst="rect">
            <a:avLst/>
          </a:prstGeom>
          <a:noFill/>
        </p:spPr>
        <p:txBody>
          <a:bodyPr wrap="square" rtlCol="0">
            <a:spAutoFit/>
          </a:bodyPr>
          <a:lstStyle/>
          <a:p>
            <a:pPr algn="ctr"/>
            <a:r>
              <a:rPr lang="en-US" sz="1600" dirty="0">
                <a:latin typeface="Nexa-Light" panose="01000000000000000000" pitchFamily="2" charset="0"/>
              </a:rPr>
              <a:t>DC Brushed Motor with Encoder.</a:t>
            </a:r>
            <a:endParaRPr lang="en-GB" sz="1600" dirty="0">
              <a:latin typeface="Nexa-Light" panose="01000000000000000000" pitchFamily="2" charset="0"/>
            </a:endParaRPr>
          </a:p>
        </p:txBody>
      </p:sp>
      <p:grpSp>
        <p:nvGrpSpPr>
          <p:cNvPr id="16" name="Group 15">
            <a:extLst>
              <a:ext uri="{FF2B5EF4-FFF2-40B4-BE49-F238E27FC236}">
                <a16:creationId xmlns:a16="http://schemas.microsoft.com/office/drawing/2014/main" id="{9395278A-878F-97B1-E614-9A8420FE1675}"/>
              </a:ext>
            </a:extLst>
          </p:cNvPr>
          <p:cNvGrpSpPr/>
          <p:nvPr/>
        </p:nvGrpSpPr>
        <p:grpSpPr>
          <a:xfrm>
            <a:off x="7162564" y="4492219"/>
            <a:ext cx="3599583" cy="1162173"/>
            <a:chOff x="7339267" y="5108841"/>
            <a:chExt cx="3599583" cy="1162173"/>
          </a:xfrm>
        </p:grpSpPr>
        <p:sp>
          <p:nvSpPr>
            <p:cNvPr id="8" name="Rectangle: Rounded Corners 7">
              <a:extLst>
                <a:ext uri="{FF2B5EF4-FFF2-40B4-BE49-F238E27FC236}">
                  <a16:creationId xmlns:a16="http://schemas.microsoft.com/office/drawing/2014/main" id="{4F40BF87-439D-9BB1-EBF2-5B1418A2E5C0}"/>
                </a:ext>
              </a:extLst>
            </p:cNvPr>
            <p:cNvSpPr/>
            <p:nvPr/>
          </p:nvSpPr>
          <p:spPr>
            <a:xfrm>
              <a:off x="8111613" y="5108841"/>
              <a:ext cx="2106070" cy="1162173"/>
            </a:xfrm>
            <a:prstGeom prst="roundRect">
              <a:avLst/>
            </a:prstGeom>
            <a:noFill/>
            <a:ln w="38100" cap="flat" cmpd="sng" algn="ctr">
              <a:solidFill>
                <a:srgbClr val="0DC0FF"/>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solidFill>
                    <a:schemeClr val="bg2">
                      <a:lumMod val="50000"/>
                    </a:schemeClr>
                  </a:solidFill>
                  <a:latin typeface="Nexa-Light" panose="01000000000000000000" pitchFamily="2" charset="0"/>
                </a:rPr>
                <a:t>DC Motor</a:t>
              </a:r>
              <a:endParaRPr lang="en-GB" sz="1600" dirty="0">
                <a:solidFill>
                  <a:schemeClr val="bg2">
                    <a:lumMod val="50000"/>
                  </a:schemeClr>
                </a:solidFill>
                <a:latin typeface="Nexa-Light" panose="01000000000000000000" pitchFamily="2" charset="0"/>
              </a:endParaRPr>
            </a:p>
          </p:txBody>
        </p:sp>
        <p:cxnSp>
          <p:nvCxnSpPr>
            <p:cNvPr id="9" name="Straight Arrow Connector 8">
              <a:extLst>
                <a:ext uri="{FF2B5EF4-FFF2-40B4-BE49-F238E27FC236}">
                  <a16:creationId xmlns:a16="http://schemas.microsoft.com/office/drawing/2014/main" id="{0C6F5E6A-D344-3642-B5F8-8CA67E475C26}"/>
                </a:ext>
              </a:extLst>
            </p:cNvPr>
            <p:cNvCxnSpPr>
              <a:cxnSpLocks/>
              <a:endCxn id="8" idx="1"/>
            </p:cNvCxnSpPr>
            <p:nvPr/>
          </p:nvCxnSpPr>
          <p:spPr>
            <a:xfrm>
              <a:off x="7368294" y="5689928"/>
              <a:ext cx="743319"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92FC80-84A5-D9E0-206E-993BC8FFA449}"/>
                    </a:ext>
                  </a:extLst>
                </p:cNvPr>
                <p:cNvSpPr txBox="1"/>
                <p:nvPr/>
              </p:nvSpPr>
              <p:spPr>
                <a:xfrm>
                  <a:off x="7339267" y="5333826"/>
                  <a:ext cx="6725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2">
                                <a:lumMod val="50000"/>
                              </a:schemeClr>
                            </a:solidFill>
                            <a:latin typeface="Cambria Math" panose="02040503050406030204" pitchFamily="18" charset="0"/>
                          </a:rPr>
                          <m:t>𝑉</m:t>
                        </m:r>
                      </m:oMath>
                    </m:oMathPara>
                  </a14:m>
                  <a:endParaRPr lang="en-GB" dirty="0">
                    <a:solidFill>
                      <a:schemeClr val="bg2">
                        <a:lumMod val="50000"/>
                      </a:schemeClr>
                    </a:solidFill>
                  </a:endParaRPr>
                </a:p>
              </p:txBody>
            </p:sp>
          </mc:Choice>
          <mc:Fallback xmlns="">
            <p:sp>
              <p:nvSpPr>
                <p:cNvPr id="11" name="TextBox 10">
                  <a:extLst>
                    <a:ext uri="{FF2B5EF4-FFF2-40B4-BE49-F238E27FC236}">
                      <a16:creationId xmlns:a16="http://schemas.microsoft.com/office/drawing/2014/main" id="{6492FC80-84A5-D9E0-206E-993BC8FFA449}"/>
                    </a:ext>
                  </a:extLst>
                </p:cNvPr>
                <p:cNvSpPr txBox="1">
                  <a:spLocks noRot="1" noChangeAspect="1" noMove="1" noResize="1" noEditPoints="1" noAdjustHandles="1" noChangeArrowheads="1" noChangeShapeType="1" noTextEdit="1"/>
                </p:cNvSpPr>
                <p:nvPr/>
              </p:nvSpPr>
              <p:spPr>
                <a:xfrm>
                  <a:off x="7339267" y="5333826"/>
                  <a:ext cx="672527" cy="369332"/>
                </a:xfrm>
                <a:prstGeom prst="rect">
                  <a:avLst/>
                </a:prstGeom>
                <a:blipFill>
                  <a:blip r:embed="rId3"/>
                  <a:stretch>
                    <a:fillRect/>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A7738CDE-B549-18FA-B959-DDBAFD86BC42}"/>
                </a:ext>
              </a:extLst>
            </p:cNvPr>
            <p:cNvCxnSpPr>
              <a:cxnSpLocks/>
            </p:cNvCxnSpPr>
            <p:nvPr/>
          </p:nvCxnSpPr>
          <p:spPr>
            <a:xfrm>
              <a:off x="10225028" y="5479781"/>
              <a:ext cx="713822"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89AAA90-4EBB-901C-3CDC-83BD7D97A51E}"/>
                    </a:ext>
                  </a:extLst>
                </p:cNvPr>
                <p:cNvSpPr txBox="1"/>
                <p:nvPr/>
              </p:nvSpPr>
              <p:spPr>
                <a:xfrm>
                  <a:off x="10110838" y="5114758"/>
                  <a:ext cx="6725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bg2">
                                <a:lumMod val="50000"/>
                              </a:schemeClr>
                            </a:solidFill>
                            <a:latin typeface="Cambria Math" panose="02040503050406030204" pitchFamily="18" charset="0"/>
                          </a:rPr>
                          <m:t>𝜔</m:t>
                        </m:r>
                      </m:oMath>
                    </m:oMathPara>
                  </a14:m>
                  <a:endParaRPr lang="en-GB" dirty="0">
                    <a:solidFill>
                      <a:schemeClr val="bg2">
                        <a:lumMod val="50000"/>
                      </a:schemeClr>
                    </a:solidFill>
                  </a:endParaRPr>
                </a:p>
              </p:txBody>
            </p:sp>
          </mc:Choice>
          <mc:Fallback xmlns="">
            <p:sp>
              <p:nvSpPr>
                <p:cNvPr id="12" name="TextBox 11">
                  <a:extLst>
                    <a:ext uri="{FF2B5EF4-FFF2-40B4-BE49-F238E27FC236}">
                      <a16:creationId xmlns:a16="http://schemas.microsoft.com/office/drawing/2014/main" id="{B89AAA90-4EBB-901C-3CDC-83BD7D97A51E}"/>
                    </a:ext>
                  </a:extLst>
                </p:cNvPr>
                <p:cNvSpPr txBox="1">
                  <a:spLocks noRot="1" noChangeAspect="1" noMove="1" noResize="1" noEditPoints="1" noAdjustHandles="1" noChangeArrowheads="1" noChangeShapeType="1" noTextEdit="1"/>
                </p:cNvSpPr>
                <p:nvPr/>
              </p:nvSpPr>
              <p:spPr>
                <a:xfrm>
                  <a:off x="10110838" y="5114758"/>
                  <a:ext cx="672527" cy="369332"/>
                </a:xfrm>
                <a:prstGeom prst="rect">
                  <a:avLst/>
                </a:prstGeom>
                <a:blipFill>
                  <a:blip r:embed="rId4"/>
                  <a:stretch>
                    <a:fillRect/>
                  </a:stretch>
                </a:blipFill>
              </p:spPr>
              <p:txBody>
                <a:bodyPr/>
                <a:lstStyle/>
                <a:p>
                  <a:r>
                    <a:rPr lang="en-GB">
                      <a:noFill/>
                    </a:rPr>
                    <a:t> </a:t>
                  </a:r>
                </a:p>
              </p:txBody>
            </p:sp>
          </mc:Fallback>
        </mc:AlternateContent>
        <p:cxnSp>
          <p:nvCxnSpPr>
            <p:cNvPr id="13" name="Straight Arrow Connector 12">
              <a:extLst>
                <a:ext uri="{FF2B5EF4-FFF2-40B4-BE49-F238E27FC236}">
                  <a16:creationId xmlns:a16="http://schemas.microsoft.com/office/drawing/2014/main" id="{A70914F9-9930-2DEA-0186-6D6E6E2B660A}"/>
                </a:ext>
              </a:extLst>
            </p:cNvPr>
            <p:cNvCxnSpPr>
              <a:cxnSpLocks/>
            </p:cNvCxnSpPr>
            <p:nvPr/>
          </p:nvCxnSpPr>
          <p:spPr>
            <a:xfrm>
              <a:off x="10225028" y="5904797"/>
              <a:ext cx="713822" cy="0"/>
            </a:xfrm>
            <a:prstGeom prst="straightConnector1">
              <a:avLst/>
            </a:prstGeom>
            <a:ln w="57150" cap="flat" cmpd="sng" algn="ctr">
              <a:solidFill>
                <a:schemeClr val="bg2">
                  <a:lumMod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41581B0-8EA8-5715-A4D8-0340E2E588FF}"/>
                    </a:ext>
                  </a:extLst>
                </p:cNvPr>
                <p:cNvSpPr txBox="1"/>
                <p:nvPr/>
              </p:nvSpPr>
              <p:spPr>
                <a:xfrm>
                  <a:off x="10110838" y="5544081"/>
                  <a:ext cx="67252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2">
                                <a:lumMod val="50000"/>
                              </a:schemeClr>
                            </a:solidFill>
                            <a:latin typeface="Cambria Math" panose="02040503050406030204" pitchFamily="18" charset="0"/>
                          </a:rPr>
                          <m:t>𝜏</m:t>
                        </m:r>
                      </m:oMath>
                    </m:oMathPara>
                  </a14:m>
                  <a:endParaRPr lang="en-GB" dirty="0">
                    <a:solidFill>
                      <a:schemeClr val="bg2">
                        <a:lumMod val="50000"/>
                      </a:schemeClr>
                    </a:solidFill>
                  </a:endParaRPr>
                </a:p>
              </p:txBody>
            </p:sp>
          </mc:Choice>
          <mc:Fallback xmlns="">
            <p:sp>
              <p:nvSpPr>
                <p:cNvPr id="14" name="TextBox 13">
                  <a:extLst>
                    <a:ext uri="{FF2B5EF4-FFF2-40B4-BE49-F238E27FC236}">
                      <a16:creationId xmlns:a16="http://schemas.microsoft.com/office/drawing/2014/main" id="{D41581B0-8EA8-5715-A4D8-0340E2E588FF}"/>
                    </a:ext>
                  </a:extLst>
                </p:cNvPr>
                <p:cNvSpPr txBox="1">
                  <a:spLocks noRot="1" noChangeAspect="1" noMove="1" noResize="1" noEditPoints="1" noAdjustHandles="1" noChangeArrowheads="1" noChangeShapeType="1" noTextEdit="1"/>
                </p:cNvSpPr>
                <p:nvPr/>
              </p:nvSpPr>
              <p:spPr>
                <a:xfrm>
                  <a:off x="10110838" y="5544081"/>
                  <a:ext cx="672527" cy="369332"/>
                </a:xfrm>
                <a:prstGeom prst="rect">
                  <a:avLst/>
                </a:prstGeom>
                <a:blipFill>
                  <a:blip r:embed="rId5"/>
                  <a:stretch>
                    <a:fillRect/>
                  </a:stretch>
                </a:blipFill>
              </p:spPr>
              <p:txBody>
                <a:bodyPr/>
                <a:lstStyle/>
                <a:p>
                  <a:r>
                    <a:rPr lang="en-GB">
                      <a:noFill/>
                    </a:rPr>
                    <a:t> </a:t>
                  </a:r>
                </a:p>
              </p:txBody>
            </p:sp>
          </mc:Fallback>
        </mc:AlternateContent>
      </p:grpSp>
      <p:sp>
        <p:nvSpPr>
          <p:cNvPr id="18" name="TextBox 17">
            <a:extLst>
              <a:ext uri="{FF2B5EF4-FFF2-40B4-BE49-F238E27FC236}">
                <a16:creationId xmlns:a16="http://schemas.microsoft.com/office/drawing/2014/main" id="{7A7E0D92-05FA-4720-963F-5CD471525A87}"/>
              </a:ext>
            </a:extLst>
          </p:cNvPr>
          <p:cNvSpPr txBox="1"/>
          <p:nvPr/>
        </p:nvSpPr>
        <p:spPr>
          <a:xfrm>
            <a:off x="7873074" y="5731982"/>
            <a:ext cx="2178563" cy="646331"/>
          </a:xfrm>
          <a:prstGeom prst="rect">
            <a:avLst/>
          </a:prstGeom>
          <a:noFill/>
        </p:spPr>
        <p:txBody>
          <a:bodyPr wrap="square">
            <a:spAutoFit/>
          </a:bodyPr>
          <a:lstStyle/>
          <a:p>
            <a:pPr algn="ctr"/>
            <a:r>
              <a:rPr lang="en-US" sz="1800" dirty="0">
                <a:latin typeface="Nexa-Light" panose="01000000000000000000" pitchFamily="2" charset="0"/>
              </a:rPr>
              <a:t>DC Motor Model Representation.</a:t>
            </a:r>
            <a:endParaRPr lang="en-GB" dirty="0">
              <a:latin typeface="Nexa-Light" panose="01000000000000000000" pitchFamily="2" charset="0"/>
            </a:endParaRPr>
          </a:p>
        </p:txBody>
      </p:sp>
    </p:spTree>
    <p:extLst>
      <p:ext uri="{BB962C8B-B14F-4D97-AF65-F5344CB8AC3E}">
        <p14:creationId xmlns:p14="http://schemas.microsoft.com/office/powerpoint/2010/main" val="3697413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F035FB-DDC0-E366-A7F2-CB476A2A254E}"/>
              </a:ext>
            </a:extLst>
          </p:cNvPr>
          <p:cNvSpPr>
            <a:spLocks noGrp="1"/>
          </p:cNvSpPr>
          <p:nvPr>
            <p:ph sz="half" idx="1"/>
          </p:nvPr>
        </p:nvSpPr>
        <p:spPr>
          <a:xfrm>
            <a:off x="275929" y="1876739"/>
            <a:ext cx="5181600" cy="4860521"/>
          </a:xfrm>
        </p:spPr>
        <p:txBody>
          <a:bodyPr>
            <a:normAutofit/>
          </a:bodyPr>
          <a:lstStyle/>
          <a:p>
            <a:pPr>
              <a:lnSpc>
                <a:spcPct val="150000"/>
              </a:lnSpc>
            </a:pPr>
            <a:r>
              <a:rPr lang="en-US" sz="1400" dirty="0"/>
              <a:t>In robotics, controllers are used to regulate the rotational speed, angular position or torque, required by the application. </a:t>
            </a:r>
          </a:p>
          <a:p>
            <a:pPr>
              <a:lnSpc>
                <a:spcPct val="150000"/>
              </a:lnSpc>
            </a:pPr>
            <a:r>
              <a:rPr lang="en-US" sz="1400" dirty="0"/>
              <a:t>In robotics this is called low level control.</a:t>
            </a:r>
          </a:p>
          <a:p>
            <a:pPr>
              <a:lnSpc>
                <a:spcPct val="150000"/>
              </a:lnSpc>
            </a:pPr>
            <a:r>
              <a:rPr lang="en-US" sz="1400" dirty="0"/>
              <a:t>For the case of a wheeled mobile robot is a common practice to implement a PID control to regulate the angular speed of the DC motors.</a:t>
            </a:r>
            <a:endParaRPr lang="en-GB" sz="1400" dirty="0"/>
          </a:p>
          <a:p>
            <a:pPr>
              <a:lnSpc>
                <a:spcPct val="150000"/>
              </a:lnSpc>
            </a:pPr>
            <a:r>
              <a:rPr lang="en-GB" sz="1400" dirty="0"/>
              <a:t>The regulation of the angular speed or position of a motor, requires different stages.</a:t>
            </a:r>
          </a:p>
          <a:p>
            <a:pPr lvl="1">
              <a:lnSpc>
                <a:spcPct val="150000"/>
              </a:lnSpc>
            </a:pPr>
            <a:r>
              <a:rPr lang="en-GB" sz="1400" dirty="0"/>
              <a:t>Controller Stage</a:t>
            </a:r>
          </a:p>
          <a:p>
            <a:pPr lvl="1">
              <a:lnSpc>
                <a:spcPct val="150000"/>
              </a:lnSpc>
            </a:pPr>
            <a:r>
              <a:rPr lang="en-GB" sz="1400" dirty="0"/>
              <a:t>Power Stage (Driver)</a:t>
            </a:r>
          </a:p>
          <a:p>
            <a:pPr lvl="1">
              <a:lnSpc>
                <a:spcPct val="150000"/>
              </a:lnSpc>
            </a:pPr>
            <a:r>
              <a:rPr lang="en-GB" sz="1400" dirty="0"/>
              <a:t>Plant</a:t>
            </a:r>
          </a:p>
          <a:p>
            <a:pPr lvl="1">
              <a:lnSpc>
                <a:spcPct val="150000"/>
              </a:lnSpc>
            </a:pPr>
            <a:r>
              <a:rPr lang="en-GB" sz="1400" dirty="0"/>
              <a:t>Sensor Stage</a:t>
            </a:r>
            <a:endParaRPr lang="en-US" sz="1400" dirty="0"/>
          </a:p>
        </p:txBody>
      </p:sp>
      <p:sp>
        <p:nvSpPr>
          <p:cNvPr id="4" name="Title 3">
            <a:extLst>
              <a:ext uri="{FF2B5EF4-FFF2-40B4-BE49-F238E27FC236}">
                <a16:creationId xmlns:a16="http://schemas.microsoft.com/office/drawing/2014/main" id="{2870301A-2316-BBF2-8128-0E2964D8FDAB}"/>
              </a:ext>
            </a:extLst>
          </p:cNvPr>
          <p:cNvSpPr>
            <a:spLocks noGrp="1"/>
          </p:cNvSpPr>
          <p:nvPr>
            <p:ph type="title"/>
          </p:nvPr>
        </p:nvSpPr>
        <p:spPr/>
        <p:txBody>
          <a:bodyPr/>
          <a:lstStyle/>
          <a:p>
            <a:r>
              <a:rPr lang="en-US" dirty="0"/>
              <a:t>DC Motors</a:t>
            </a:r>
            <a:endParaRPr lang="en-GB" dirty="0"/>
          </a:p>
        </p:txBody>
      </p:sp>
      <p:pic>
        <p:nvPicPr>
          <p:cNvPr id="27" name="Content Placeholder 26">
            <a:extLst>
              <a:ext uri="{FF2B5EF4-FFF2-40B4-BE49-F238E27FC236}">
                <a16:creationId xmlns:a16="http://schemas.microsoft.com/office/drawing/2014/main" id="{EAD1FE70-65B4-A14A-D4F5-99021182CE49}"/>
              </a:ext>
            </a:extLst>
          </p:cNvPr>
          <p:cNvPicPr>
            <a:picLocks noGrp="1" noChangeAspect="1"/>
          </p:cNvPicPr>
          <p:nvPr>
            <p:ph sz="half" idx="2"/>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754624" y="4062314"/>
            <a:ext cx="5990759" cy="2795686"/>
          </a:xfrm>
          <a:prstGeom prst="rect">
            <a:avLst/>
          </a:prstGeom>
        </p:spPr>
      </p:pic>
      <p:pic>
        <p:nvPicPr>
          <p:cNvPr id="30" name="Picture 29">
            <a:extLst>
              <a:ext uri="{FF2B5EF4-FFF2-40B4-BE49-F238E27FC236}">
                <a16:creationId xmlns:a16="http://schemas.microsoft.com/office/drawing/2014/main" id="{BC87A1BC-F855-F8B0-E3B3-8A9CE41859B8}"/>
              </a:ext>
            </a:extLst>
          </p:cNvPr>
          <p:cNvPicPr>
            <a:picLocks noChangeAspect="1"/>
          </p:cNvPicPr>
          <p:nvPr/>
        </p:nvPicPr>
        <p:blipFill>
          <a:blip r:embed="rId4"/>
          <a:stretch>
            <a:fillRect/>
          </a:stretch>
        </p:blipFill>
        <p:spPr>
          <a:xfrm>
            <a:off x="5748348" y="1229775"/>
            <a:ext cx="5997035" cy="2659143"/>
          </a:xfrm>
          <a:prstGeom prst="rect">
            <a:avLst/>
          </a:prstGeom>
        </p:spPr>
      </p:pic>
    </p:spTree>
    <p:extLst>
      <p:ext uri="{BB962C8B-B14F-4D97-AF65-F5344CB8AC3E}">
        <p14:creationId xmlns:p14="http://schemas.microsoft.com/office/powerpoint/2010/main" val="190475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866BBF-F4DE-ED14-D19E-3BA95440A37A}"/>
              </a:ext>
            </a:extLst>
          </p:cNvPr>
          <p:cNvSpPr>
            <a:spLocks noGrp="1"/>
          </p:cNvSpPr>
          <p:nvPr>
            <p:ph sz="half" idx="1"/>
          </p:nvPr>
        </p:nvSpPr>
        <p:spPr>
          <a:xfrm>
            <a:off x="838200" y="1467841"/>
            <a:ext cx="5181600" cy="4351338"/>
          </a:xfrm>
        </p:spPr>
        <p:txBody>
          <a:bodyPr>
            <a:normAutofit/>
          </a:bodyPr>
          <a:lstStyle/>
          <a:p>
            <a:pPr>
              <a:lnSpc>
                <a:spcPct val="150000"/>
              </a:lnSpc>
            </a:pPr>
            <a:r>
              <a:rPr lang="en-US" sz="1400" dirty="0"/>
              <a:t>H-bridge is an electronic circuit that switches the polarity of a voltage applied to a load. </a:t>
            </a:r>
          </a:p>
          <a:p>
            <a:pPr>
              <a:lnSpc>
                <a:spcPct val="150000"/>
              </a:lnSpc>
            </a:pPr>
            <a:r>
              <a:rPr lang="en-US" sz="1400" dirty="0"/>
              <a:t>They work using a combination of switching components (mechanical switches, transistors, etc.), as shown in the diagram, to change the polarity to the load.</a:t>
            </a:r>
          </a:p>
          <a:p>
            <a:pPr>
              <a:lnSpc>
                <a:spcPct val="150000"/>
              </a:lnSpc>
            </a:pPr>
            <a:r>
              <a:rPr lang="en-US" sz="1400" dirty="0"/>
              <a:t>H-Bridge Drivers are some of the most common motor drivers used in the control DC motors to run forwards or backwards.</a:t>
            </a:r>
          </a:p>
          <a:p>
            <a:endParaRPr lang="en-GB" dirty="0"/>
          </a:p>
        </p:txBody>
      </p:sp>
      <p:sp>
        <p:nvSpPr>
          <p:cNvPr id="4" name="Title 3">
            <a:extLst>
              <a:ext uri="{FF2B5EF4-FFF2-40B4-BE49-F238E27FC236}">
                <a16:creationId xmlns:a16="http://schemas.microsoft.com/office/drawing/2014/main" id="{FF3771E8-850B-1BCE-800F-1092A96F22F8}"/>
              </a:ext>
            </a:extLst>
          </p:cNvPr>
          <p:cNvSpPr>
            <a:spLocks noGrp="1"/>
          </p:cNvSpPr>
          <p:nvPr>
            <p:ph type="title"/>
          </p:nvPr>
        </p:nvSpPr>
        <p:spPr/>
        <p:txBody>
          <a:bodyPr/>
          <a:lstStyle/>
          <a:p>
            <a:r>
              <a:rPr lang="en-US" dirty="0"/>
              <a:t>Motor Driver</a:t>
            </a:r>
            <a:endParaRPr lang="en-GB" dirty="0"/>
          </a:p>
        </p:txBody>
      </p:sp>
      <p:graphicFrame>
        <p:nvGraphicFramePr>
          <p:cNvPr id="5" name="Table 5">
            <a:extLst>
              <a:ext uri="{FF2B5EF4-FFF2-40B4-BE49-F238E27FC236}">
                <a16:creationId xmlns:a16="http://schemas.microsoft.com/office/drawing/2014/main" id="{AA07DEC8-AFAD-77D8-B1A2-FBFE0B0EFCC8}"/>
              </a:ext>
            </a:extLst>
          </p:cNvPr>
          <p:cNvGraphicFramePr>
            <a:graphicFrameLocks noGrp="1"/>
          </p:cNvGraphicFramePr>
          <p:nvPr>
            <p:extLst>
              <p:ext uri="{D42A27DB-BD31-4B8C-83A1-F6EECF244321}">
                <p14:modId xmlns:p14="http://schemas.microsoft.com/office/powerpoint/2010/main" val="405937393"/>
              </p:ext>
            </p:extLst>
          </p:nvPr>
        </p:nvGraphicFramePr>
        <p:xfrm>
          <a:off x="1013008" y="4821335"/>
          <a:ext cx="4658745" cy="1828800"/>
        </p:xfrm>
        <a:graphic>
          <a:graphicData uri="http://schemas.openxmlformats.org/drawingml/2006/table">
            <a:tbl>
              <a:tblPr firstRow="1" bandRow="1">
                <a:tableStyleId>{5940675A-B579-460E-94D1-54222C63F5DA}</a:tableStyleId>
              </a:tblPr>
              <a:tblGrid>
                <a:gridCol w="756512">
                  <a:extLst>
                    <a:ext uri="{9D8B030D-6E8A-4147-A177-3AD203B41FA5}">
                      <a16:colId xmlns:a16="http://schemas.microsoft.com/office/drawing/2014/main" val="4254025422"/>
                    </a:ext>
                  </a:extLst>
                </a:gridCol>
                <a:gridCol w="641766">
                  <a:extLst>
                    <a:ext uri="{9D8B030D-6E8A-4147-A177-3AD203B41FA5}">
                      <a16:colId xmlns:a16="http://schemas.microsoft.com/office/drawing/2014/main" val="1343275770"/>
                    </a:ext>
                  </a:extLst>
                </a:gridCol>
                <a:gridCol w="663896">
                  <a:extLst>
                    <a:ext uri="{9D8B030D-6E8A-4147-A177-3AD203B41FA5}">
                      <a16:colId xmlns:a16="http://schemas.microsoft.com/office/drawing/2014/main" val="2819938531"/>
                    </a:ext>
                  </a:extLst>
                </a:gridCol>
                <a:gridCol w="641766">
                  <a:extLst>
                    <a:ext uri="{9D8B030D-6E8A-4147-A177-3AD203B41FA5}">
                      <a16:colId xmlns:a16="http://schemas.microsoft.com/office/drawing/2014/main" val="2769128561"/>
                    </a:ext>
                  </a:extLst>
                </a:gridCol>
                <a:gridCol w="1954805">
                  <a:extLst>
                    <a:ext uri="{9D8B030D-6E8A-4147-A177-3AD203B41FA5}">
                      <a16:colId xmlns:a16="http://schemas.microsoft.com/office/drawing/2014/main" val="1103075830"/>
                    </a:ext>
                  </a:extLst>
                </a:gridCol>
              </a:tblGrid>
              <a:tr h="295899">
                <a:tc>
                  <a:txBody>
                    <a:bodyPr/>
                    <a:lstStyle/>
                    <a:p>
                      <a:pPr algn="ctr"/>
                      <a:r>
                        <a:rPr lang="en-US" sz="1400" b="1" dirty="0">
                          <a:latin typeface="Nexa Bold" panose="02000000000000000000" pitchFamily="50" charset="0"/>
                        </a:rPr>
                        <a:t>S1</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S2</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S3</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S4</a:t>
                      </a:r>
                      <a:endParaRPr lang="en-GB" sz="1400" b="1" dirty="0">
                        <a:latin typeface="Nexa Bold" panose="02000000000000000000" pitchFamily="50" charset="0"/>
                      </a:endParaRPr>
                    </a:p>
                  </a:txBody>
                  <a:tcPr>
                    <a:solidFill>
                      <a:schemeClr val="bg2">
                        <a:lumMod val="90000"/>
                      </a:schemeClr>
                    </a:solidFill>
                  </a:tcPr>
                </a:tc>
                <a:tc>
                  <a:txBody>
                    <a:bodyPr/>
                    <a:lstStyle/>
                    <a:p>
                      <a:pPr algn="ctr"/>
                      <a:r>
                        <a:rPr lang="en-US" sz="1400" b="1" dirty="0">
                          <a:latin typeface="Nexa Bold" panose="02000000000000000000" pitchFamily="50" charset="0"/>
                        </a:rPr>
                        <a:t>Motor</a:t>
                      </a:r>
                      <a:endParaRPr lang="en-GB" sz="1400" b="1" dirty="0">
                        <a:latin typeface="Nexa Bold" panose="02000000000000000000" pitchFamily="50" charset="0"/>
                      </a:endParaRPr>
                    </a:p>
                  </a:txBody>
                  <a:tcPr>
                    <a:solidFill>
                      <a:schemeClr val="bg2">
                        <a:lumMod val="90000"/>
                      </a:schemeClr>
                    </a:solidFill>
                  </a:tcPr>
                </a:tc>
                <a:extLst>
                  <a:ext uri="{0D108BD9-81ED-4DB2-BD59-A6C34878D82A}">
                    <a16:rowId xmlns:a16="http://schemas.microsoft.com/office/drawing/2014/main" val="1159097197"/>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Motor Off</a:t>
                      </a:r>
                      <a:endParaRPr lang="en-GB" sz="1400" dirty="0">
                        <a:latin typeface="Nexa Light" panose="02000000000000000000" pitchFamily="50" charset="0"/>
                      </a:endParaRPr>
                    </a:p>
                  </a:txBody>
                  <a:tcPr anchor="ctr"/>
                </a:tc>
                <a:extLst>
                  <a:ext uri="{0D108BD9-81ED-4DB2-BD59-A6C34878D82A}">
                    <a16:rowId xmlns:a16="http://schemas.microsoft.com/office/drawing/2014/main" val="228293977"/>
                  </a:ext>
                </a:extLst>
              </a:tr>
              <a:tr h="295899">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Nexa Light" panose="02000000000000000000" pitchFamily="50" charset="0"/>
                        </a:rPr>
                        <a:t>Right Turn </a:t>
                      </a:r>
                      <a:endParaRPr lang="en-GB" sz="1400" dirty="0">
                        <a:latin typeface="Nexa Light" panose="02000000000000000000" pitchFamily="50" charset="0"/>
                      </a:endParaRPr>
                    </a:p>
                  </a:txBody>
                  <a:tcPr anchor="ctr"/>
                </a:tc>
                <a:extLst>
                  <a:ext uri="{0D108BD9-81ED-4DB2-BD59-A6C34878D82A}">
                    <a16:rowId xmlns:a16="http://schemas.microsoft.com/office/drawing/2014/main" val="3985496275"/>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Left Turn</a:t>
                      </a:r>
                      <a:endParaRPr lang="en-GB" sz="1400" dirty="0">
                        <a:latin typeface="Nexa Light" panose="02000000000000000000" pitchFamily="50" charset="0"/>
                      </a:endParaRPr>
                    </a:p>
                  </a:txBody>
                  <a:tcPr anchor="ctr"/>
                </a:tc>
                <a:extLst>
                  <a:ext uri="{0D108BD9-81ED-4DB2-BD59-A6C34878D82A}">
                    <a16:rowId xmlns:a16="http://schemas.microsoft.com/office/drawing/2014/main" val="4113174038"/>
                  </a:ext>
                </a:extLst>
              </a:tr>
              <a:tr h="295899">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Short Circuit</a:t>
                      </a:r>
                      <a:endParaRPr lang="en-GB" sz="1400" dirty="0">
                        <a:latin typeface="Nexa Light" panose="02000000000000000000" pitchFamily="50" charset="0"/>
                      </a:endParaRPr>
                    </a:p>
                  </a:txBody>
                  <a:tcPr anchor="ctr"/>
                </a:tc>
                <a:extLst>
                  <a:ext uri="{0D108BD9-81ED-4DB2-BD59-A6C34878D82A}">
                    <a16:rowId xmlns:a16="http://schemas.microsoft.com/office/drawing/2014/main" val="2557925811"/>
                  </a:ext>
                </a:extLst>
              </a:tr>
              <a:tr h="295899">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0</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1</a:t>
                      </a:r>
                      <a:endParaRPr lang="en-GB" sz="1400" dirty="0">
                        <a:latin typeface="Nexa Light" panose="02000000000000000000" pitchFamily="50" charset="0"/>
                      </a:endParaRPr>
                    </a:p>
                  </a:txBody>
                  <a:tcPr anchor="ctr"/>
                </a:tc>
                <a:tc>
                  <a:txBody>
                    <a:bodyPr/>
                    <a:lstStyle/>
                    <a:p>
                      <a:pPr algn="ctr"/>
                      <a:r>
                        <a:rPr lang="en-US" sz="1400" dirty="0">
                          <a:latin typeface="Nexa Light" panose="02000000000000000000" pitchFamily="50" charset="0"/>
                        </a:rPr>
                        <a:t>Short Circuit</a:t>
                      </a:r>
                      <a:endParaRPr lang="en-GB" sz="1400" dirty="0">
                        <a:latin typeface="Nexa Light" panose="02000000000000000000" pitchFamily="50" charset="0"/>
                      </a:endParaRPr>
                    </a:p>
                  </a:txBody>
                  <a:tcPr anchor="ctr"/>
                </a:tc>
                <a:extLst>
                  <a:ext uri="{0D108BD9-81ED-4DB2-BD59-A6C34878D82A}">
                    <a16:rowId xmlns:a16="http://schemas.microsoft.com/office/drawing/2014/main" val="205198155"/>
                  </a:ext>
                </a:extLst>
              </a:tr>
            </a:tbl>
          </a:graphicData>
        </a:graphic>
      </p:graphicFrame>
      <p:pic>
        <p:nvPicPr>
          <p:cNvPr id="16" name="Picture 15">
            <a:extLst>
              <a:ext uri="{FF2B5EF4-FFF2-40B4-BE49-F238E27FC236}">
                <a16:creationId xmlns:a16="http://schemas.microsoft.com/office/drawing/2014/main" id="{A00A8AEE-AFB1-0F7F-5422-1F0FDBDB9002}"/>
              </a:ext>
            </a:extLst>
          </p:cNvPr>
          <p:cNvPicPr>
            <a:picLocks noChangeAspect="1"/>
          </p:cNvPicPr>
          <p:nvPr/>
        </p:nvPicPr>
        <p:blipFill>
          <a:blip r:embed="rId2"/>
          <a:stretch>
            <a:fillRect/>
          </a:stretch>
        </p:blipFill>
        <p:spPr>
          <a:xfrm>
            <a:off x="6416812" y="1376017"/>
            <a:ext cx="3983705" cy="5429206"/>
          </a:xfrm>
          <a:prstGeom prst="rect">
            <a:avLst/>
          </a:prstGeom>
        </p:spPr>
      </p:pic>
      <p:sp>
        <p:nvSpPr>
          <p:cNvPr id="17" name="TextBox 16">
            <a:extLst>
              <a:ext uri="{FF2B5EF4-FFF2-40B4-BE49-F238E27FC236}">
                <a16:creationId xmlns:a16="http://schemas.microsoft.com/office/drawing/2014/main" id="{47F0922F-CB62-90CE-5D65-F0EA67154D4E}"/>
              </a:ext>
            </a:extLst>
          </p:cNvPr>
          <p:cNvSpPr txBox="1"/>
          <p:nvPr/>
        </p:nvSpPr>
        <p:spPr>
          <a:xfrm>
            <a:off x="9782287" y="3136612"/>
            <a:ext cx="2409713" cy="584775"/>
          </a:xfrm>
          <a:prstGeom prst="rect">
            <a:avLst/>
          </a:prstGeom>
          <a:noFill/>
        </p:spPr>
        <p:txBody>
          <a:bodyPr wrap="square" rtlCol="0">
            <a:spAutoFit/>
          </a:bodyPr>
          <a:lstStyle/>
          <a:p>
            <a:pPr algn="ctr"/>
            <a:r>
              <a:rPr lang="en-US" sz="1600" dirty="0">
                <a:latin typeface="Nexa Light" panose="02000000000000000000" pitchFamily="50" charset="0"/>
              </a:rPr>
              <a:t>H-Bridge motor Driver Diagram</a:t>
            </a:r>
            <a:endParaRPr lang="en-GB" sz="1600" dirty="0">
              <a:latin typeface="Nexa Light" panose="02000000000000000000" pitchFamily="50" charset="0"/>
            </a:endParaRPr>
          </a:p>
        </p:txBody>
      </p:sp>
    </p:spTree>
    <p:extLst>
      <p:ext uri="{BB962C8B-B14F-4D97-AF65-F5344CB8AC3E}">
        <p14:creationId xmlns:p14="http://schemas.microsoft.com/office/powerpoint/2010/main" val="40347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9C417D-4067-9DEA-5A73-6BBD3DB8CDB0}"/>
              </a:ext>
            </a:extLst>
          </p:cNvPr>
          <p:cNvSpPr>
            <a:spLocks noGrp="1"/>
          </p:cNvSpPr>
          <p:nvPr>
            <p:ph sz="half" idx="1"/>
          </p:nvPr>
        </p:nvSpPr>
        <p:spPr/>
        <p:txBody>
          <a:bodyPr>
            <a:normAutofit fontScale="62500" lnSpcReduction="20000"/>
          </a:bodyPr>
          <a:lstStyle/>
          <a:p>
            <a:pPr>
              <a:lnSpc>
                <a:spcPct val="170000"/>
              </a:lnSpc>
            </a:pPr>
            <a:r>
              <a:rPr lang="en-US" sz="2200" dirty="0"/>
              <a:t>Another capability of the motor driver is to regulate the angular speed of the motor.</a:t>
            </a:r>
          </a:p>
          <a:p>
            <a:pPr>
              <a:lnSpc>
                <a:spcPct val="170000"/>
              </a:lnSpc>
            </a:pPr>
            <a:r>
              <a:rPr lang="en-US" sz="2200" dirty="0"/>
              <a:t>There are many ways to obtain this result, one of the most common one is to send a PWM (Pulse width modulated signal) to the enable pin of the H-Bridge.</a:t>
            </a:r>
          </a:p>
          <a:p>
            <a:pPr>
              <a:lnSpc>
                <a:spcPct val="170000"/>
              </a:lnSpc>
            </a:pPr>
            <a:r>
              <a:rPr lang="en-US" sz="2200" dirty="0"/>
              <a:t>PWM (Pulse Width Modulation): Is a technique used in engineering to control the average power delivered by an electrical signal, by dividing it into discrete parts.</a:t>
            </a:r>
          </a:p>
          <a:p>
            <a:pPr>
              <a:lnSpc>
                <a:spcPct val="170000"/>
              </a:lnSpc>
            </a:pPr>
            <a:r>
              <a:rPr lang="en-US" sz="2200" dirty="0"/>
              <a:t>In practice this is accomplished by rapidly turning the switch between the load and the source (enable switch), ON and OFF.</a:t>
            </a:r>
          </a:p>
        </p:txBody>
      </p:sp>
      <p:pic>
        <p:nvPicPr>
          <p:cNvPr id="5" name="Content Placeholder 4">
            <a:extLst>
              <a:ext uri="{FF2B5EF4-FFF2-40B4-BE49-F238E27FC236}">
                <a16:creationId xmlns:a16="http://schemas.microsoft.com/office/drawing/2014/main" id="{7C353984-BDEC-3A52-A9BA-C561DB8D9E8E}"/>
              </a:ext>
            </a:extLst>
          </p:cNvPr>
          <p:cNvPicPr>
            <a:picLocks noGrp="1" noChangeAspect="1"/>
          </p:cNvPicPr>
          <p:nvPr>
            <p:ph sz="half" idx="2"/>
          </p:nvPr>
        </p:nvPicPr>
        <p:blipFill>
          <a:blip r:embed="rId2"/>
          <a:stretch>
            <a:fillRect/>
          </a:stretch>
        </p:blipFill>
        <p:spPr>
          <a:xfrm>
            <a:off x="7102216" y="1277844"/>
            <a:ext cx="4173325" cy="5446900"/>
          </a:xfrm>
          <a:prstGeom prst="rect">
            <a:avLst/>
          </a:prstGeom>
        </p:spPr>
      </p:pic>
      <p:sp>
        <p:nvSpPr>
          <p:cNvPr id="4" name="Title 3">
            <a:extLst>
              <a:ext uri="{FF2B5EF4-FFF2-40B4-BE49-F238E27FC236}">
                <a16:creationId xmlns:a16="http://schemas.microsoft.com/office/drawing/2014/main" id="{B8FD166D-A2DF-062B-B28D-C660851080FB}"/>
              </a:ext>
            </a:extLst>
          </p:cNvPr>
          <p:cNvSpPr>
            <a:spLocks noGrp="1"/>
          </p:cNvSpPr>
          <p:nvPr>
            <p:ph type="title"/>
          </p:nvPr>
        </p:nvSpPr>
        <p:spPr/>
        <p:txBody>
          <a:bodyPr/>
          <a:lstStyle/>
          <a:p>
            <a:r>
              <a:rPr lang="en-US" dirty="0"/>
              <a:t>Motor Driver</a:t>
            </a:r>
            <a:endParaRPr lang="en-GB" dirty="0"/>
          </a:p>
        </p:txBody>
      </p:sp>
      <p:sp>
        <p:nvSpPr>
          <p:cNvPr id="6" name="TextBox 5">
            <a:extLst>
              <a:ext uri="{FF2B5EF4-FFF2-40B4-BE49-F238E27FC236}">
                <a16:creationId xmlns:a16="http://schemas.microsoft.com/office/drawing/2014/main" id="{76DA34B6-5CB2-0FAA-05DD-CB84E11690BD}"/>
              </a:ext>
            </a:extLst>
          </p:cNvPr>
          <p:cNvSpPr txBox="1"/>
          <p:nvPr/>
        </p:nvSpPr>
        <p:spPr>
          <a:xfrm>
            <a:off x="9323678" y="2434130"/>
            <a:ext cx="1951863" cy="338554"/>
          </a:xfrm>
          <a:prstGeom prst="rect">
            <a:avLst/>
          </a:prstGeom>
          <a:noFill/>
        </p:spPr>
        <p:txBody>
          <a:bodyPr wrap="square" rtlCol="0">
            <a:spAutoFit/>
          </a:bodyPr>
          <a:lstStyle/>
          <a:p>
            <a:pPr algn="ctr"/>
            <a:r>
              <a:rPr lang="en-US" sz="1600" dirty="0">
                <a:latin typeface="Nexa Light" panose="02000000000000000000" pitchFamily="50" charset="0"/>
              </a:rPr>
              <a:t>PWM Input</a:t>
            </a:r>
            <a:endParaRPr lang="en-GB" sz="1600" dirty="0">
              <a:latin typeface="Nexa Light" panose="02000000000000000000" pitchFamily="50" charset="0"/>
            </a:endParaRPr>
          </a:p>
        </p:txBody>
      </p:sp>
      <p:sp>
        <p:nvSpPr>
          <p:cNvPr id="7" name="TextBox 6">
            <a:extLst>
              <a:ext uri="{FF2B5EF4-FFF2-40B4-BE49-F238E27FC236}">
                <a16:creationId xmlns:a16="http://schemas.microsoft.com/office/drawing/2014/main" id="{1D8972A0-4FDA-D257-66C9-931E94DE587C}"/>
              </a:ext>
            </a:extLst>
          </p:cNvPr>
          <p:cNvSpPr txBox="1"/>
          <p:nvPr/>
        </p:nvSpPr>
        <p:spPr>
          <a:xfrm>
            <a:off x="8000938" y="6519446"/>
            <a:ext cx="1951863" cy="338554"/>
          </a:xfrm>
          <a:prstGeom prst="rect">
            <a:avLst/>
          </a:prstGeom>
          <a:noFill/>
        </p:spPr>
        <p:txBody>
          <a:bodyPr wrap="square" rtlCol="0">
            <a:spAutoFit/>
          </a:bodyPr>
          <a:lstStyle/>
          <a:p>
            <a:pPr algn="ctr"/>
            <a:r>
              <a:rPr lang="en-US" sz="1600" dirty="0">
                <a:latin typeface="Nexa Light" panose="02000000000000000000" pitchFamily="50" charset="0"/>
              </a:rPr>
              <a:t>PWM Duty Cycle</a:t>
            </a:r>
            <a:endParaRPr lang="en-GB" sz="1600" dirty="0">
              <a:latin typeface="Nexa Light" panose="02000000000000000000" pitchFamily="50" charset="0"/>
            </a:endParaRPr>
          </a:p>
        </p:txBody>
      </p:sp>
    </p:spTree>
    <p:extLst>
      <p:ext uri="{BB962C8B-B14F-4D97-AF65-F5344CB8AC3E}">
        <p14:creationId xmlns:p14="http://schemas.microsoft.com/office/powerpoint/2010/main" val="437078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4F4AEF-93C3-F599-48F4-53EB2B4A3494}"/>
              </a:ext>
            </a:extLst>
          </p:cNvPr>
          <p:cNvSpPr>
            <a:spLocks noGrp="1"/>
          </p:cNvSpPr>
          <p:nvPr>
            <p:ph sz="half" idx="1"/>
          </p:nvPr>
        </p:nvSpPr>
        <p:spPr/>
        <p:txBody>
          <a:bodyPr>
            <a:normAutofit/>
          </a:bodyPr>
          <a:lstStyle/>
          <a:p>
            <a:pPr>
              <a:lnSpc>
                <a:spcPct val="150000"/>
              </a:lnSpc>
            </a:pPr>
            <a:r>
              <a:rPr lang="en-GB" sz="1400" dirty="0"/>
              <a:t>Given that the motor can be modelled as a second order systems, when applying a PWM voltage as an input, it is possible to observe the output behaviour as in the figure.</a:t>
            </a:r>
          </a:p>
          <a:p>
            <a:pPr>
              <a:lnSpc>
                <a:spcPct val="150000"/>
              </a:lnSpc>
            </a:pPr>
            <a:endParaRPr lang="en-GB" sz="1400" dirty="0"/>
          </a:p>
          <a:p>
            <a:pPr>
              <a:lnSpc>
                <a:spcPct val="150000"/>
              </a:lnSpc>
            </a:pPr>
            <a:r>
              <a:rPr lang="en-GB" sz="1400" dirty="0"/>
              <a:t>This behaviour, can be used to control the power give to the motor and therefore controlling the motor angular speed.</a:t>
            </a:r>
          </a:p>
          <a:p>
            <a:endParaRPr lang="en-GB" dirty="0"/>
          </a:p>
        </p:txBody>
      </p:sp>
      <p:sp>
        <p:nvSpPr>
          <p:cNvPr id="4" name="Title 3">
            <a:extLst>
              <a:ext uri="{FF2B5EF4-FFF2-40B4-BE49-F238E27FC236}">
                <a16:creationId xmlns:a16="http://schemas.microsoft.com/office/drawing/2014/main" id="{F38B83D7-1B0D-23CE-217F-88C5DAC2AAB3}"/>
              </a:ext>
            </a:extLst>
          </p:cNvPr>
          <p:cNvSpPr>
            <a:spLocks noGrp="1"/>
          </p:cNvSpPr>
          <p:nvPr>
            <p:ph type="title"/>
          </p:nvPr>
        </p:nvSpPr>
        <p:spPr/>
        <p:txBody>
          <a:bodyPr/>
          <a:lstStyle/>
          <a:p>
            <a:r>
              <a:rPr lang="en-US" dirty="0"/>
              <a:t>Motor Driver</a:t>
            </a:r>
            <a:endParaRPr lang="en-GB" dirty="0"/>
          </a:p>
        </p:txBody>
      </p:sp>
      <p:pic>
        <p:nvPicPr>
          <p:cNvPr id="8" name="Content Placeholder 7">
            <a:extLst>
              <a:ext uri="{FF2B5EF4-FFF2-40B4-BE49-F238E27FC236}">
                <a16:creationId xmlns:a16="http://schemas.microsoft.com/office/drawing/2014/main" id="{759E545C-C7A3-7BA5-AEF8-DE32650B5604}"/>
              </a:ext>
            </a:extLst>
          </p:cNvPr>
          <p:cNvPicPr>
            <a:picLocks noGrp="1" noChangeAspect="1"/>
          </p:cNvPicPr>
          <p:nvPr>
            <p:ph sz="half" idx="2"/>
          </p:nvPr>
        </p:nvPicPr>
        <p:blipFill>
          <a:blip r:embed="rId2"/>
          <a:stretch>
            <a:fillRect/>
          </a:stretch>
        </p:blipFill>
        <p:spPr>
          <a:xfrm>
            <a:off x="6172200" y="2288731"/>
            <a:ext cx="5181600" cy="3425125"/>
          </a:xfrm>
          <a:prstGeom prst="rect">
            <a:avLst/>
          </a:prstGeom>
        </p:spPr>
      </p:pic>
      <p:sp>
        <p:nvSpPr>
          <p:cNvPr id="9" name="TextBox 8">
            <a:extLst>
              <a:ext uri="{FF2B5EF4-FFF2-40B4-BE49-F238E27FC236}">
                <a16:creationId xmlns:a16="http://schemas.microsoft.com/office/drawing/2014/main" id="{3BE854A7-A841-0FD2-1729-3C4745957D9C}"/>
              </a:ext>
            </a:extLst>
          </p:cNvPr>
          <p:cNvSpPr txBox="1"/>
          <p:nvPr/>
        </p:nvSpPr>
        <p:spPr>
          <a:xfrm>
            <a:off x="7318158" y="5838409"/>
            <a:ext cx="2889683" cy="338554"/>
          </a:xfrm>
          <a:prstGeom prst="rect">
            <a:avLst/>
          </a:prstGeom>
          <a:noFill/>
        </p:spPr>
        <p:txBody>
          <a:bodyPr wrap="square" rtlCol="0">
            <a:spAutoFit/>
          </a:bodyPr>
          <a:lstStyle/>
          <a:p>
            <a:pPr algn="ctr"/>
            <a:r>
              <a:rPr lang="en-US" sz="1600" dirty="0">
                <a:latin typeface="Nexa Light" panose="02000000000000000000" pitchFamily="50" charset="0"/>
              </a:rPr>
              <a:t>Motor Output/Input</a:t>
            </a:r>
            <a:endParaRPr lang="en-GB" sz="1600" dirty="0">
              <a:latin typeface="Nexa Light" panose="02000000000000000000" pitchFamily="50" charset="0"/>
            </a:endParaRPr>
          </a:p>
        </p:txBody>
      </p:sp>
    </p:spTree>
    <p:extLst>
      <p:ext uri="{BB962C8B-B14F-4D97-AF65-F5344CB8AC3E}">
        <p14:creationId xmlns:p14="http://schemas.microsoft.com/office/powerpoint/2010/main" val="2761956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838200" y="1825624"/>
            <a:ext cx="5181600" cy="4636959"/>
          </a:xfrm>
        </p:spPr>
        <p:txBody>
          <a:bodyPr>
            <a:normAutofit fontScale="25000" lnSpcReduction="20000"/>
          </a:bodyPr>
          <a:lstStyle/>
          <a:p>
            <a:pPr>
              <a:lnSpc>
                <a:spcPct val="170000"/>
              </a:lnSpc>
            </a:pPr>
            <a:r>
              <a:rPr lang="en-US" sz="5600" dirty="0"/>
              <a:t>A microcontroller is a compact integrated circuit. They are made to perform a specific operation in an embedded system. </a:t>
            </a:r>
          </a:p>
          <a:p>
            <a:pPr>
              <a:lnSpc>
                <a:spcPct val="170000"/>
              </a:lnSpc>
            </a:pPr>
            <a:r>
              <a:rPr lang="en-US" sz="5600" dirty="0"/>
              <a:t> In robotics they are usually in charge of the low-level control of the robot, such as motors, and sensors or actuators that require a dedicated and fast controller to work.</a:t>
            </a:r>
          </a:p>
          <a:p>
            <a:pPr>
              <a:lnSpc>
                <a:spcPct val="170000"/>
              </a:lnSpc>
            </a:pPr>
            <a:r>
              <a:rPr lang="en-US" sz="5600" dirty="0"/>
              <a:t>A typical microcontroller includes a processor, memory and input/output (I/O) peripherals on a single chip.</a:t>
            </a:r>
          </a:p>
        </p:txBody>
      </p:sp>
      <p:sp>
        <p:nvSpPr>
          <p:cNvPr id="3" name="Content Placeholder 2">
            <a:extLst>
              <a:ext uri="{FF2B5EF4-FFF2-40B4-BE49-F238E27FC236}">
                <a16:creationId xmlns:a16="http://schemas.microsoft.com/office/drawing/2014/main" id="{AE1539F9-D9F6-B5FF-9704-34C008CD701D}"/>
              </a:ext>
            </a:extLst>
          </p:cNvPr>
          <p:cNvSpPr>
            <a:spLocks noGrp="1"/>
          </p:cNvSpPr>
          <p:nvPr>
            <p:ph sz="half" idx="2"/>
          </p:nvPr>
        </p:nvSpPr>
        <p:spPr/>
        <p:txBody>
          <a:bodyPr>
            <a:normAutofit/>
          </a:bodyPr>
          <a:lstStyle/>
          <a:p>
            <a:pPr>
              <a:lnSpc>
                <a:spcPct val="170000"/>
              </a:lnSpc>
            </a:pPr>
            <a:r>
              <a:rPr lang="en-US" sz="1400" dirty="0"/>
              <a:t>For the case of the </a:t>
            </a:r>
            <a:r>
              <a:rPr lang="en-US" sz="1400" dirty="0" err="1"/>
              <a:t>PuzzleBot</a:t>
            </a:r>
            <a:r>
              <a:rPr lang="en-US" sz="1400" dirty="0"/>
              <a:t>:</a:t>
            </a:r>
          </a:p>
          <a:p>
            <a:pPr lvl="1">
              <a:lnSpc>
                <a:spcPct val="100000"/>
              </a:lnSpc>
            </a:pPr>
            <a:r>
              <a:rPr lang="en-US" sz="1400" dirty="0"/>
              <a:t>ESP32-based Microcontroller</a:t>
            </a:r>
          </a:p>
          <a:p>
            <a:pPr lvl="1">
              <a:lnSpc>
                <a:spcPct val="100000"/>
              </a:lnSpc>
            </a:pPr>
            <a:r>
              <a:rPr lang="en-US" sz="1400" dirty="0" err="1"/>
              <a:t>Xtensa</a:t>
            </a:r>
            <a:r>
              <a:rPr lang="en-US" sz="1400" dirty="0"/>
              <a:t> dual-core 32-bit LX6 microprocessor</a:t>
            </a:r>
          </a:p>
          <a:p>
            <a:pPr lvl="1">
              <a:lnSpc>
                <a:spcPct val="100000"/>
              </a:lnSpc>
            </a:pPr>
            <a:r>
              <a:rPr lang="en-US" sz="1400" dirty="0"/>
              <a:t>520 KB of SRAM</a:t>
            </a:r>
          </a:p>
          <a:p>
            <a:pPr lvl="1">
              <a:lnSpc>
                <a:spcPct val="100000"/>
              </a:lnSpc>
            </a:pPr>
            <a:r>
              <a:rPr lang="en-US" sz="1400" dirty="0" err="1"/>
              <a:t>WiFi</a:t>
            </a:r>
            <a:r>
              <a:rPr lang="en-US" sz="1400" dirty="0"/>
              <a:t> &amp; Bluetooth</a:t>
            </a:r>
          </a:p>
          <a:p>
            <a:pPr lvl="1">
              <a:lnSpc>
                <a:spcPct val="100000"/>
              </a:lnSpc>
            </a:pPr>
            <a:r>
              <a:rPr lang="en-US" sz="1400" dirty="0"/>
              <a:t>DC-DC Converter</a:t>
            </a:r>
          </a:p>
          <a:p>
            <a:pPr lvl="1">
              <a:lnSpc>
                <a:spcPct val="100000"/>
              </a:lnSpc>
            </a:pPr>
            <a:r>
              <a:rPr lang="en-US" sz="1400" dirty="0"/>
              <a:t>Motor Driver</a:t>
            </a:r>
          </a:p>
          <a:p>
            <a:pPr lvl="1">
              <a:lnSpc>
                <a:spcPct val="100000"/>
              </a:lnSpc>
            </a:pPr>
            <a:r>
              <a:rPr lang="en-US" sz="1400" dirty="0"/>
              <a:t>0.96” I2C LCD Display</a:t>
            </a:r>
          </a:p>
          <a:p>
            <a:endParaRPr lang="en-GB" dirty="0"/>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MCU</a:t>
            </a:r>
            <a:endParaRPr lang="en-GB" dirty="0"/>
          </a:p>
        </p:txBody>
      </p:sp>
      <p:pic>
        <p:nvPicPr>
          <p:cNvPr id="5" name="Picture 2">
            <a:extLst>
              <a:ext uri="{FF2B5EF4-FFF2-40B4-BE49-F238E27FC236}">
                <a16:creationId xmlns:a16="http://schemas.microsoft.com/office/drawing/2014/main" id="{FAA33B4B-29A5-09F2-AF3A-A7472F69F0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25" t="28034" r="18973" b="7451"/>
          <a:stretch/>
        </p:blipFill>
        <p:spPr bwMode="auto">
          <a:xfrm>
            <a:off x="9369105" y="4001294"/>
            <a:ext cx="2639645" cy="2660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894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380527" y="1825624"/>
            <a:ext cx="5639273" cy="4636959"/>
          </a:xfrm>
        </p:spPr>
        <p:txBody>
          <a:bodyPr>
            <a:normAutofit fontScale="25000" lnSpcReduction="20000"/>
          </a:bodyPr>
          <a:lstStyle/>
          <a:p>
            <a:pPr>
              <a:lnSpc>
                <a:spcPct val="170000"/>
              </a:lnSpc>
            </a:pPr>
            <a:endParaRPr lang="en-US" sz="5600" dirty="0"/>
          </a:p>
          <a:p>
            <a:pPr>
              <a:lnSpc>
                <a:spcPct val="170000"/>
              </a:lnSpc>
            </a:pPr>
            <a:r>
              <a:rPr lang="en-US" sz="5600" dirty="0"/>
              <a:t>For the case of the sensors, they can be classified as Exteroceptive and Proprioceptive.</a:t>
            </a:r>
          </a:p>
          <a:p>
            <a:pPr>
              <a:lnSpc>
                <a:spcPct val="170000"/>
              </a:lnSpc>
            </a:pPr>
            <a:r>
              <a:rPr lang="en-US" sz="5600" b="1" dirty="0"/>
              <a:t>Exteroceptive</a:t>
            </a:r>
            <a:r>
              <a:rPr lang="en-US" sz="5600" dirty="0"/>
              <a:t>: Used to measure the environment or the state of the environment, topology of the environment, temperature, etc. Some examples are Sonar, LiDAR, Light sensors, bumper sensors, magnetometers. </a:t>
            </a:r>
          </a:p>
          <a:p>
            <a:pPr>
              <a:lnSpc>
                <a:spcPct val="170000"/>
              </a:lnSpc>
            </a:pPr>
            <a:r>
              <a:rPr lang="en-US" sz="5600" b="1" dirty="0"/>
              <a:t>Proprioceptive</a:t>
            </a:r>
            <a:r>
              <a:rPr lang="en-US" sz="5600" dirty="0"/>
              <a:t>: Used to measure the state of the robot such as wheel position, velocity, acceleration, battery charge, etc. Some examples include, encoders, battery level, </a:t>
            </a:r>
            <a:r>
              <a:rPr lang="en-US" sz="5600" dirty="0" err="1"/>
              <a:t>gyrometers</a:t>
            </a:r>
            <a:r>
              <a:rPr lang="en-US" sz="5600" dirty="0"/>
              <a:t>, accelerometers.</a:t>
            </a:r>
          </a:p>
        </p:txBody>
      </p:sp>
      <p:pic>
        <p:nvPicPr>
          <p:cNvPr id="6" name="Content Placeholder 5">
            <a:extLst>
              <a:ext uri="{FF2B5EF4-FFF2-40B4-BE49-F238E27FC236}">
                <a16:creationId xmlns:a16="http://schemas.microsoft.com/office/drawing/2014/main" id="{5867A0BC-FE47-857E-59E3-6835D8BC1B7E}"/>
              </a:ext>
            </a:extLst>
          </p:cNvPr>
          <p:cNvPicPr>
            <a:picLocks noGrp="1" noChangeAspect="1"/>
          </p:cNvPicPr>
          <p:nvPr>
            <p:ph sz="half" idx="2"/>
          </p:nvPr>
        </p:nvPicPr>
        <p:blipFill>
          <a:blip r:embed="rId2"/>
          <a:stretch>
            <a:fillRect/>
          </a:stretch>
        </p:blipFill>
        <p:spPr>
          <a:xfrm>
            <a:off x="6172200" y="2151125"/>
            <a:ext cx="5181600" cy="3700338"/>
          </a:xfrm>
          <a:prstGeom prst="rect">
            <a:avLst/>
          </a:prstGeom>
        </p:spPr>
      </p:pic>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Robotic Sensors</a:t>
            </a:r>
            <a:endParaRPr lang="en-GB" dirty="0"/>
          </a:p>
        </p:txBody>
      </p:sp>
    </p:spTree>
    <p:extLst>
      <p:ext uri="{BB962C8B-B14F-4D97-AF65-F5344CB8AC3E}">
        <p14:creationId xmlns:p14="http://schemas.microsoft.com/office/powerpoint/2010/main" val="152573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US" sz="1400" dirty="0"/>
              <a:t>Device that converts the angular position of a shaft (motor shaft) to an analogue or digital signal.</a:t>
            </a:r>
          </a:p>
          <a:p>
            <a:pPr lvl="1">
              <a:lnSpc>
                <a:spcPct val="170000"/>
              </a:lnSpc>
            </a:pPr>
            <a:r>
              <a:rPr lang="en-US" sz="1400" b="1" dirty="0"/>
              <a:t>Absolute: </a:t>
            </a:r>
            <a:r>
              <a:rPr lang="en-US" sz="1400" dirty="0"/>
              <a:t>Indicates the position of the shaft at all times, by producing a unique digital code for each angle (Angle transducers).</a:t>
            </a:r>
          </a:p>
          <a:p>
            <a:pPr lvl="1">
              <a:lnSpc>
                <a:spcPct val="170000"/>
              </a:lnSpc>
            </a:pPr>
            <a:r>
              <a:rPr lang="en-US" sz="1400" b="1" dirty="0"/>
              <a:t>Incremental: </a:t>
            </a:r>
            <a:r>
              <a:rPr lang="en-US" sz="1400" dirty="0"/>
              <a:t>Record the changes in position of the motor shaft with no indication or relation to any fixed position of the shaft.</a:t>
            </a:r>
          </a:p>
          <a:p>
            <a:pPr>
              <a:lnSpc>
                <a:spcPct val="170000"/>
              </a:lnSpc>
            </a:pPr>
            <a:r>
              <a:rPr lang="en-US" sz="1400" dirty="0"/>
              <a:t>Encoders in mobile robots are considered proprioceptive sensors because they only acquire information about the robot itself, not the structure of the environment.</a:t>
            </a:r>
          </a:p>
        </p:txBody>
      </p:sp>
      <p:pic>
        <p:nvPicPr>
          <p:cNvPr id="11" name="Content Placeholder 10">
            <a:extLst>
              <a:ext uri="{FF2B5EF4-FFF2-40B4-BE49-F238E27FC236}">
                <a16:creationId xmlns:a16="http://schemas.microsoft.com/office/drawing/2014/main" id="{873ED8DF-7D55-B460-92C0-85B309D8755C}"/>
              </a:ext>
            </a:extLst>
          </p:cNvPr>
          <p:cNvPicPr>
            <a:picLocks noGrp="1" noChangeAspect="1"/>
          </p:cNvPicPr>
          <p:nvPr>
            <p:ph sz="half" idx="2"/>
          </p:nvPr>
        </p:nvPicPr>
        <p:blipFill>
          <a:blip r:embed="rId2"/>
          <a:stretch>
            <a:fillRect/>
          </a:stretch>
        </p:blipFill>
        <p:spPr>
          <a:xfrm>
            <a:off x="6428434" y="1825625"/>
            <a:ext cx="4669132" cy="4351338"/>
          </a:xfrm>
          <a:prstGeom prst="rect">
            <a:avLst/>
          </a:prstGeom>
        </p:spPr>
      </p:pic>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spTree>
    <p:extLst>
      <p:ext uri="{BB962C8B-B14F-4D97-AF65-F5344CB8AC3E}">
        <p14:creationId xmlns:p14="http://schemas.microsoft.com/office/powerpoint/2010/main" val="1407474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831208"/>
          </a:xfrm>
        </p:spPr>
        <p:txBody>
          <a:bodyPr>
            <a:normAutofit fontScale="92500" lnSpcReduction="20000"/>
          </a:bodyPr>
          <a:lstStyle/>
          <a:p>
            <a:pPr>
              <a:lnSpc>
                <a:spcPct val="170000"/>
              </a:lnSpc>
            </a:pPr>
            <a:r>
              <a:rPr lang="en-US" sz="1400" dirty="0"/>
              <a:t>Incremental encoders, produce a series of electrical high-low pulses. These pulses, allows to obtain information such as the angular rotation of the shaft or the angular speed of the motor by counting the number of pulses that occur in a certain period (Δ𝑡) .</a:t>
            </a:r>
          </a:p>
          <a:p>
            <a:pPr>
              <a:lnSpc>
                <a:spcPct val="170000"/>
              </a:lnSpc>
            </a:pPr>
            <a:r>
              <a:rPr lang="en-US" sz="1400" dirty="0"/>
              <a:t>In robotics, when an encoder is attached to the axle of each wheel in a differential-drive robot, it is possible to convert the number of pulses into useful information, such as the velocity or distance travelled by each wheel.</a:t>
            </a:r>
          </a:p>
          <a:p>
            <a:pPr>
              <a:lnSpc>
                <a:spcPct val="170000"/>
              </a:lnSpc>
            </a:pPr>
            <a:r>
              <a:rPr lang="en-US" sz="1400" dirty="0"/>
              <a:t>With a single set of pulses (single channel / Channel A), it is impossible to know if the motor is rotating clockwise (CW) or counterclockwise (CCW).</a:t>
            </a:r>
          </a:p>
          <a:p>
            <a:pPr>
              <a:lnSpc>
                <a:spcPct val="170000"/>
              </a:lnSpc>
            </a:pPr>
            <a:r>
              <a:rPr lang="en-US" sz="1400" dirty="0"/>
              <a:t> Therefore, a second line (dual channel / channel B) is attached, having its signal shifted by 90 electrical degrees (°e) with respect to channel A.</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9" name="Content Placeholder 8">
            <a:extLst>
              <a:ext uri="{FF2B5EF4-FFF2-40B4-BE49-F238E27FC236}">
                <a16:creationId xmlns:a16="http://schemas.microsoft.com/office/drawing/2014/main" id="{E275ED1E-2415-48A6-01D3-A2C5164D3EB0}"/>
              </a:ext>
            </a:extLst>
          </p:cNvPr>
          <p:cNvPicPr>
            <a:picLocks noGrp="1" noChangeAspect="1"/>
          </p:cNvPicPr>
          <p:nvPr>
            <p:ph sz="half" idx="2"/>
          </p:nvPr>
        </p:nvPicPr>
        <p:blipFill>
          <a:blip r:embed="rId2"/>
          <a:stretch>
            <a:fillRect/>
          </a:stretch>
        </p:blipFill>
        <p:spPr>
          <a:xfrm>
            <a:off x="6958045" y="1825625"/>
            <a:ext cx="3609909" cy="4351338"/>
          </a:xfrm>
          <a:prstGeom prst="rect">
            <a:avLst/>
          </a:prstGeom>
        </p:spPr>
      </p:pic>
    </p:spTree>
    <p:extLst>
      <p:ext uri="{BB962C8B-B14F-4D97-AF65-F5344CB8AC3E}">
        <p14:creationId xmlns:p14="http://schemas.microsoft.com/office/powerpoint/2010/main" val="112464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GB" sz="1400" dirty="0"/>
              <a:t>This phase shift allows to determine the direction of rotation.</a:t>
            </a:r>
          </a:p>
          <a:p>
            <a:pPr>
              <a:lnSpc>
                <a:spcPct val="170000"/>
              </a:lnSpc>
            </a:pPr>
            <a:r>
              <a:rPr lang="en-GB" sz="1400" dirty="0"/>
              <a:t> Depending on direction of rotation the signal of channel A is preceding channel B or vice versa.</a:t>
            </a:r>
          </a:p>
          <a:p>
            <a:pPr>
              <a:lnSpc>
                <a:spcPct val="170000"/>
              </a:lnSpc>
            </a:pPr>
            <a:r>
              <a:rPr lang="en-GB" sz="1400" dirty="0"/>
              <a:t>A simple estimation of the direction would be to verify the previous inputs (Channels A and B) and compare it with the actual inputs, the “code” will change dependant on the rotation direction.</a:t>
            </a:r>
          </a:p>
          <a:p>
            <a:pPr>
              <a:lnSpc>
                <a:spcPct val="170000"/>
              </a:lnSpc>
            </a:pPr>
            <a:r>
              <a:rPr lang="en-GB" sz="1400" dirty="0"/>
              <a:t>Counting the pulses of both channels, also leads to a more accurate angular velocity estimation.</a:t>
            </a:r>
          </a:p>
          <a:p>
            <a:pPr>
              <a:lnSpc>
                <a:spcPct val="170000"/>
              </a:lnSpc>
            </a:pPr>
            <a:r>
              <a:rPr lang="en-GB" sz="1400" dirty="0"/>
              <a:t>To count the pulses using a MCU, the most common methodology is to use interrupts so that no information is lost.</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6" name="Content Placeholder 5">
            <a:extLst>
              <a:ext uri="{FF2B5EF4-FFF2-40B4-BE49-F238E27FC236}">
                <a16:creationId xmlns:a16="http://schemas.microsoft.com/office/drawing/2014/main" id="{55C4D4AE-A756-682E-AC3B-DEEDB7465AED}"/>
              </a:ext>
            </a:extLst>
          </p:cNvPr>
          <p:cNvPicPr>
            <a:picLocks noGrp="1" noChangeAspect="1"/>
          </p:cNvPicPr>
          <p:nvPr>
            <p:ph sz="half" idx="2"/>
          </p:nvPr>
        </p:nvPicPr>
        <p:blipFill>
          <a:blip r:embed="rId2"/>
          <a:stretch>
            <a:fillRect/>
          </a:stretch>
        </p:blipFill>
        <p:spPr>
          <a:xfrm>
            <a:off x="6172200" y="2296776"/>
            <a:ext cx="5181600" cy="3409036"/>
          </a:xfrm>
          <a:prstGeom prst="rect">
            <a:avLst/>
          </a:prstGeom>
        </p:spPr>
      </p:pic>
    </p:spTree>
    <p:extLst>
      <p:ext uri="{BB962C8B-B14F-4D97-AF65-F5344CB8AC3E}">
        <p14:creationId xmlns:p14="http://schemas.microsoft.com/office/powerpoint/2010/main" val="3585344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21A0BC-AA5B-6FE5-8249-3B95C55F596E}"/>
              </a:ext>
            </a:extLst>
          </p:cNvPr>
          <p:cNvSpPr>
            <a:spLocks noGrp="1"/>
          </p:cNvSpPr>
          <p:nvPr>
            <p:ph sz="half" idx="1"/>
          </p:nvPr>
        </p:nvSpPr>
        <p:spPr>
          <a:xfrm>
            <a:off x="120316" y="1825624"/>
            <a:ext cx="5899484" cy="4636959"/>
          </a:xfrm>
        </p:spPr>
        <p:txBody>
          <a:bodyPr>
            <a:normAutofit/>
          </a:bodyPr>
          <a:lstStyle/>
          <a:p>
            <a:pPr>
              <a:lnSpc>
                <a:spcPct val="170000"/>
              </a:lnSpc>
            </a:pPr>
            <a:r>
              <a:rPr lang="en-GB" sz="1400" b="1" dirty="0"/>
              <a:t>Puzzlebot motors use an incremental dual channel, quadrature encoders with 13 pulses per revolution, attached to the motor shafts before the reduction (35:1).</a:t>
            </a:r>
          </a:p>
          <a:p>
            <a:pPr>
              <a:lnSpc>
                <a:spcPct val="170000"/>
              </a:lnSpc>
            </a:pPr>
            <a:r>
              <a:rPr lang="en-GB" sz="1400" dirty="0"/>
              <a:t>The encoder is used to estimate the speed of the motors.</a:t>
            </a:r>
          </a:p>
          <a:p>
            <a:pPr>
              <a:lnSpc>
                <a:spcPct val="170000"/>
              </a:lnSpc>
            </a:pPr>
            <a:r>
              <a:rPr lang="en-GB" sz="1400" dirty="0"/>
              <a:t>Since the encoders can have a lot of noise, it is recommended to use a filter (low pass or band pass) to avoid having a noisy signal that affects the controller. </a:t>
            </a:r>
          </a:p>
        </p:txBody>
      </p:sp>
      <p:sp>
        <p:nvSpPr>
          <p:cNvPr id="4" name="Title 3">
            <a:extLst>
              <a:ext uri="{FF2B5EF4-FFF2-40B4-BE49-F238E27FC236}">
                <a16:creationId xmlns:a16="http://schemas.microsoft.com/office/drawing/2014/main" id="{B36AC491-ED7A-A6D2-5344-2647943C26E4}"/>
              </a:ext>
            </a:extLst>
          </p:cNvPr>
          <p:cNvSpPr>
            <a:spLocks noGrp="1"/>
          </p:cNvSpPr>
          <p:nvPr>
            <p:ph type="title"/>
          </p:nvPr>
        </p:nvSpPr>
        <p:spPr/>
        <p:txBody>
          <a:bodyPr/>
          <a:lstStyle/>
          <a:p>
            <a:r>
              <a:rPr lang="en-US" dirty="0"/>
              <a:t>Encoders</a:t>
            </a:r>
            <a:endParaRPr lang="en-GB" dirty="0"/>
          </a:p>
        </p:txBody>
      </p:sp>
      <p:pic>
        <p:nvPicPr>
          <p:cNvPr id="7" name="Content Placeholder 6">
            <a:extLst>
              <a:ext uri="{FF2B5EF4-FFF2-40B4-BE49-F238E27FC236}">
                <a16:creationId xmlns:a16="http://schemas.microsoft.com/office/drawing/2014/main" id="{E872AA00-0F4F-7526-B686-79416A787709}"/>
              </a:ext>
            </a:extLst>
          </p:cNvPr>
          <p:cNvPicPr>
            <a:picLocks noGrp="1" noChangeAspect="1"/>
          </p:cNvPicPr>
          <p:nvPr>
            <p:ph sz="half" idx="2"/>
          </p:nvPr>
        </p:nvPicPr>
        <p:blipFill>
          <a:blip r:embed="rId2"/>
          <a:stretch>
            <a:fillRect/>
          </a:stretch>
        </p:blipFill>
        <p:spPr>
          <a:xfrm>
            <a:off x="6183140" y="1825625"/>
            <a:ext cx="5159720" cy="4351338"/>
          </a:xfrm>
          <a:prstGeom prst="rect">
            <a:avLst/>
          </a:prstGeom>
        </p:spPr>
      </p:pic>
    </p:spTree>
    <p:extLst>
      <p:ext uri="{BB962C8B-B14F-4D97-AF65-F5344CB8AC3E}">
        <p14:creationId xmlns:p14="http://schemas.microsoft.com/office/powerpoint/2010/main" val="193729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A627-0D1C-23C5-B2EF-B8D22705E828}"/>
              </a:ext>
            </a:extLst>
          </p:cNvPr>
          <p:cNvSpPr>
            <a:spLocks noGrp="1"/>
          </p:cNvSpPr>
          <p:nvPr>
            <p:ph type="ctrTitle"/>
          </p:nvPr>
        </p:nvSpPr>
        <p:spPr/>
        <p:txBody>
          <a:bodyPr/>
          <a:lstStyle/>
          <a:p>
            <a:r>
              <a:rPr lang="en-US" dirty="0"/>
              <a:t>Q&amp;A</a:t>
            </a:r>
            <a:endParaRPr lang="en-GB" dirty="0"/>
          </a:p>
        </p:txBody>
      </p:sp>
      <p:sp>
        <p:nvSpPr>
          <p:cNvPr id="3" name="Subtitle 2">
            <a:extLst>
              <a:ext uri="{FF2B5EF4-FFF2-40B4-BE49-F238E27FC236}">
                <a16:creationId xmlns:a16="http://schemas.microsoft.com/office/drawing/2014/main" id="{DF0BFE6F-410A-0AD8-3FC8-2439C073EE8E}"/>
              </a:ext>
            </a:extLst>
          </p:cNvPr>
          <p:cNvSpPr>
            <a:spLocks noGrp="1"/>
          </p:cNvSpPr>
          <p:nvPr>
            <p:ph type="subTitle" idx="1"/>
          </p:nvPr>
        </p:nvSpPr>
        <p:spPr/>
        <p:txBody>
          <a:bodyPr/>
          <a:lstStyle/>
          <a:p>
            <a:r>
              <a:rPr lang="en-US" dirty="0"/>
              <a:t>Questions?</a:t>
            </a:r>
            <a:endParaRPr lang="en-GB" dirty="0"/>
          </a:p>
        </p:txBody>
      </p:sp>
      <p:pic>
        <p:nvPicPr>
          <p:cNvPr id="5" name="Graphic 4" descr="Questions outline">
            <a:extLst>
              <a:ext uri="{FF2B5EF4-FFF2-40B4-BE49-F238E27FC236}">
                <a16:creationId xmlns:a16="http://schemas.microsoft.com/office/drawing/2014/main" id="{1524C7EC-C075-643C-C99C-FA596579C5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87024" y="0"/>
            <a:ext cx="1704975" cy="1704975"/>
          </a:xfrm>
          <a:prstGeom prst="rect">
            <a:avLst/>
          </a:prstGeom>
        </p:spPr>
      </p:pic>
      <p:pic>
        <p:nvPicPr>
          <p:cNvPr id="7" name="Graphic 6" descr="Help outline">
            <a:extLst>
              <a:ext uri="{FF2B5EF4-FFF2-40B4-BE49-F238E27FC236}">
                <a16:creationId xmlns:a16="http://schemas.microsoft.com/office/drawing/2014/main" id="{66426D9A-7261-DAF1-2746-E8E68832724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0" y="0"/>
            <a:ext cx="1878826" cy="1878826"/>
          </a:xfrm>
          <a:prstGeom prst="rect">
            <a:avLst/>
          </a:prstGeom>
        </p:spPr>
      </p:pic>
    </p:spTree>
    <p:extLst>
      <p:ext uri="{BB962C8B-B14F-4D97-AF65-F5344CB8AC3E}">
        <p14:creationId xmlns:p14="http://schemas.microsoft.com/office/powerpoint/2010/main" val="235026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29FE-79C9-0992-747B-CF4F25EC8ECA}"/>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2430286363"/>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1630</TotalTime>
  <Words>1316</Words>
  <Application>Microsoft Office PowerPoint</Application>
  <PresentationFormat>Widescreen</PresentationFormat>
  <Paragraphs>125</Paragraphs>
  <Slides>19</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Calibri</vt:lpstr>
      <vt:lpstr>Calibri Light</vt:lpstr>
      <vt:lpstr>Cambria Math</vt:lpstr>
      <vt:lpstr>Consolas</vt:lpstr>
      <vt:lpstr>Nexa Bold</vt:lpstr>
      <vt:lpstr>Nexa Light</vt:lpstr>
      <vt:lpstr>Nexa-Bold</vt:lpstr>
      <vt:lpstr>Nexa-Book</vt:lpstr>
      <vt:lpstr>Nexa-Light</vt:lpstr>
      <vt:lpstr>MCR2 Theme</vt:lpstr>
      <vt:lpstr>DC Motor Control</vt:lpstr>
      <vt:lpstr>Control Hierarchy</vt:lpstr>
      <vt:lpstr>ROS Control Hierarchy </vt:lpstr>
      <vt:lpstr>ROS Control Hierarchy </vt:lpstr>
      <vt:lpstr>Mobile robots</vt:lpstr>
      <vt:lpstr>Puzzlebot sensors and actuators</vt:lpstr>
      <vt:lpstr>DC Motors</vt:lpstr>
      <vt:lpstr>DC Motors</vt:lpstr>
      <vt:lpstr>Motor Driver</vt:lpstr>
      <vt:lpstr>Motor Driver</vt:lpstr>
      <vt:lpstr>Motor Driver</vt:lpstr>
      <vt:lpstr>MCU</vt:lpstr>
      <vt:lpstr>Robotic Sensors</vt:lpstr>
      <vt:lpstr>Encoders</vt:lpstr>
      <vt:lpstr>Encoders</vt:lpstr>
      <vt:lpstr>Encoders</vt:lpstr>
      <vt:lpstr>Encoders</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 Martinez</dc:creator>
  <cp:lastModifiedBy>Mario Martinez</cp:lastModifiedBy>
  <cp:revision>2</cp:revision>
  <dcterms:created xsi:type="dcterms:W3CDTF">2022-11-10T18:38:46Z</dcterms:created>
  <dcterms:modified xsi:type="dcterms:W3CDTF">2023-03-06T12:43:44Z</dcterms:modified>
</cp:coreProperties>
</file>